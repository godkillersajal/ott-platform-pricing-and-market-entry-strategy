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embeddedFontLst>
    <p:embeddedFont>
      <p:font typeface="Arial Black" panose="020B0A04020102020204" pitchFamily="34" charset="0"/>
      <p:regular r:id="rId12"/>
      <p:bold r:id="rId13"/>
    </p:embeddedFont>
    <p:embeddedFont>
      <p:font typeface="Calibri" panose="020F0502020204030204" pitchFamily="34" charset="0"/>
      <p:regular r:id="rId14"/>
      <p:bold r:id="rId15"/>
      <p:italic r:id="rId16"/>
      <p:boldItalic r:id="rId17"/>
    </p:embeddedFont>
    <p:embeddedFont>
      <p:font typeface="Roboto" panose="02000000000000000000"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82"/>
    <a:srgbClr val="D5FCAB"/>
    <a:srgbClr val="4D4D4D"/>
    <a:srgbClr val="FFC000"/>
    <a:srgbClr val="FF8763"/>
    <a:srgbClr val="1FAEE8"/>
    <a:srgbClr val="DF5C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AF5C5B-4999-4173-B9E7-AA2D9DA644E9}" v="3" dt="2023-01-22T13:15:29.970"/>
    <p1510:client id="{15B3ACE3-20BA-479F-B03F-998CD23B5E13}" v="3" dt="2023-01-22T14:13:02.641"/>
    <p1510:client id="{35DDC258-789C-02B9-AF5A-0E4A9F5B240A}" v="1" dt="2023-01-22T14:03:24.434"/>
    <p1510:client id="{85C1F46D-E7EC-4147-8A38-4F6A47F09EE9}" v="1" dt="2023-01-22T16:03:25.523"/>
    <p1510:client id="{B2B2F63A-662A-2C9D-98D0-72F78B6A7886}" v="829" dt="2023-01-22T14:05:57.309"/>
    <p1510:client id="{DF832801-E753-4F66-AC1C-FEDE74336D59}" v="213" dt="2023-01-22T13:57:52.114"/>
  </p1510:revLst>
</p1510:revInfo>
</file>

<file path=ppt/tableStyles.xml><?xml version="1.0" encoding="utf-8"?>
<a:tblStyleLst xmlns:a="http://schemas.openxmlformats.org/drawingml/2006/main" def="{B0D023A1-AEBE-4520-9F0E-4E585C4D187B}">
  <a:tblStyle styleId="{B0D023A1-AEBE-4520-9F0E-4E585C4D187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c99948a8701e2e8b2aad6eb200902362882a0a8b60b9fe269ab238276d1d475e::" providerId="AD" clId="Web-{15B3ACE3-20BA-479F-B03F-998CD23B5E13}"/>
    <pc:docChg chg="modSld">
      <pc:chgData name="Guest User" userId="S::urn:spo:anon#c99948a8701e2e8b2aad6eb200902362882a0a8b60b9fe269ab238276d1d475e::" providerId="AD" clId="Web-{15B3ACE3-20BA-479F-B03F-998CD23B5E13}" dt="2023-01-22T14:13:02.641" v="2" actId="14100"/>
      <pc:docMkLst>
        <pc:docMk/>
      </pc:docMkLst>
      <pc:sldChg chg="modSp">
        <pc:chgData name="Guest User" userId="S::urn:spo:anon#c99948a8701e2e8b2aad6eb200902362882a0a8b60b9fe269ab238276d1d475e::" providerId="AD" clId="Web-{15B3ACE3-20BA-479F-B03F-998CD23B5E13}" dt="2023-01-22T13:28:30.551" v="1" actId="1076"/>
        <pc:sldMkLst>
          <pc:docMk/>
          <pc:sldMk cId="0" sldId="262"/>
        </pc:sldMkLst>
        <pc:picChg chg="mod">
          <ac:chgData name="Guest User" userId="S::urn:spo:anon#c99948a8701e2e8b2aad6eb200902362882a0a8b60b9fe269ab238276d1d475e::" providerId="AD" clId="Web-{15B3ACE3-20BA-479F-B03F-998CD23B5E13}" dt="2023-01-22T13:28:30.551" v="1" actId="1076"/>
          <ac:picMkLst>
            <pc:docMk/>
            <pc:sldMk cId="0" sldId="262"/>
            <ac:picMk id="336" creationId="{00000000-0000-0000-0000-000000000000}"/>
          </ac:picMkLst>
        </pc:picChg>
      </pc:sldChg>
      <pc:sldChg chg="modSp">
        <pc:chgData name="Guest User" userId="S::urn:spo:anon#c99948a8701e2e8b2aad6eb200902362882a0a8b60b9fe269ab238276d1d475e::" providerId="AD" clId="Web-{15B3ACE3-20BA-479F-B03F-998CD23B5E13}" dt="2023-01-22T14:13:02.641" v="2" actId="14100"/>
        <pc:sldMkLst>
          <pc:docMk/>
          <pc:sldMk cId="517597677" sldId="264"/>
        </pc:sldMkLst>
        <pc:spChg chg="mod">
          <ac:chgData name="Guest User" userId="S::urn:spo:anon#c99948a8701e2e8b2aad6eb200902362882a0a8b60b9fe269ab238276d1d475e::" providerId="AD" clId="Web-{15B3ACE3-20BA-479F-B03F-998CD23B5E13}" dt="2023-01-22T14:13:02.641" v="2" actId="14100"/>
          <ac:spMkLst>
            <pc:docMk/>
            <pc:sldMk cId="517597677" sldId="264"/>
            <ac:spMk id="2" creationId="{C37A3A3A-C780-671C-9C98-555B86F30BF7}"/>
          </ac:spMkLst>
        </pc:spChg>
      </pc:sldChg>
    </pc:docChg>
  </pc:docChgLst>
  <pc:docChgLst>
    <pc:chgData name="Guest User" userId="S::urn:spo:anon#c99948a8701e2e8b2aad6eb200902362882a0a8b60b9fe269ab238276d1d475e::" providerId="AD" clId="Web-{85C1F46D-E7EC-4147-8A38-4F6A47F09EE9}"/>
    <pc:docChg chg="modSld">
      <pc:chgData name="Guest User" userId="S::urn:spo:anon#c99948a8701e2e8b2aad6eb200902362882a0a8b60b9fe269ab238276d1d475e::" providerId="AD" clId="Web-{85C1F46D-E7EC-4147-8A38-4F6A47F09EE9}" dt="2023-01-22T16:03:25.523" v="0" actId="1076"/>
      <pc:docMkLst>
        <pc:docMk/>
      </pc:docMkLst>
      <pc:sldChg chg="modSp">
        <pc:chgData name="Guest User" userId="S::urn:spo:anon#c99948a8701e2e8b2aad6eb200902362882a0a8b60b9fe269ab238276d1d475e::" providerId="AD" clId="Web-{85C1F46D-E7EC-4147-8A38-4F6A47F09EE9}" dt="2023-01-22T16:03:25.523" v="0" actId="1076"/>
        <pc:sldMkLst>
          <pc:docMk/>
          <pc:sldMk cId="517597677" sldId="264"/>
        </pc:sldMkLst>
        <pc:spChg chg="mod">
          <ac:chgData name="Guest User" userId="S::urn:spo:anon#c99948a8701e2e8b2aad6eb200902362882a0a8b60b9fe269ab238276d1d475e::" providerId="AD" clId="Web-{85C1F46D-E7EC-4147-8A38-4F6A47F09EE9}" dt="2023-01-22T16:03:25.523" v="0" actId="1076"/>
          <ac:spMkLst>
            <pc:docMk/>
            <pc:sldMk cId="517597677" sldId="264"/>
            <ac:spMk id="2" creationId="{C37A3A3A-C780-671C-9C98-555B86F30BF7}"/>
          </ac:spMkLst>
        </pc:spChg>
      </pc:sldChg>
    </pc:docChg>
  </pc:docChgLst>
  <pc:docChgLst>
    <pc:chgData name="VANSH TICKOO" userId="S::v_tickoo@ece.iitr.ac.in::946d7f1e-a06b-4826-baf0-df5900743c5d" providerId="AD" clId="Web-{B2B2F63A-662A-2C9D-98D0-72F78B6A7886}"/>
    <pc:docChg chg="addSld modSld sldOrd">
      <pc:chgData name="VANSH TICKOO" userId="S::v_tickoo@ece.iitr.ac.in::946d7f1e-a06b-4826-baf0-df5900743c5d" providerId="AD" clId="Web-{B2B2F63A-662A-2C9D-98D0-72F78B6A7886}" dt="2023-01-22T14:05:57.309" v="634" actId="14100"/>
      <pc:docMkLst>
        <pc:docMk/>
      </pc:docMkLst>
      <pc:sldChg chg="modSp">
        <pc:chgData name="VANSH TICKOO" userId="S::v_tickoo@ece.iitr.ac.in::946d7f1e-a06b-4826-baf0-df5900743c5d" providerId="AD" clId="Web-{B2B2F63A-662A-2C9D-98D0-72F78B6A7886}" dt="2023-01-22T14:03:48.631" v="633" actId="20577"/>
        <pc:sldMkLst>
          <pc:docMk/>
          <pc:sldMk cId="0" sldId="256"/>
        </pc:sldMkLst>
        <pc:spChg chg="mod">
          <ac:chgData name="VANSH TICKOO" userId="S::v_tickoo@ece.iitr.ac.in::946d7f1e-a06b-4826-baf0-df5900743c5d" providerId="AD" clId="Web-{B2B2F63A-662A-2C9D-98D0-72F78B6A7886}" dt="2023-01-22T14:03:48.631" v="633" actId="20577"/>
          <ac:spMkLst>
            <pc:docMk/>
            <pc:sldMk cId="0" sldId="256"/>
            <ac:spMk id="252" creationId="{00000000-0000-0000-0000-000000000000}"/>
          </ac:spMkLst>
        </pc:spChg>
      </pc:sldChg>
      <pc:sldChg chg="modSp">
        <pc:chgData name="VANSH TICKOO" userId="S::v_tickoo@ece.iitr.ac.in::946d7f1e-a06b-4826-baf0-df5900743c5d" providerId="AD" clId="Web-{B2B2F63A-662A-2C9D-98D0-72F78B6A7886}" dt="2023-01-22T14:02:18.191" v="625" actId="14100"/>
        <pc:sldMkLst>
          <pc:docMk/>
          <pc:sldMk cId="0" sldId="257"/>
        </pc:sldMkLst>
        <pc:spChg chg="mod">
          <ac:chgData name="VANSH TICKOO" userId="S::v_tickoo@ece.iitr.ac.in::946d7f1e-a06b-4826-baf0-df5900743c5d" providerId="AD" clId="Web-{B2B2F63A-662A-2C9D-98D0-72F78B6A7886}" dt="2023-01-22T14:02:11.441" v="623" actId="20577"/>
          <ac:spMkLst>
            <pc:docMk/>
            <pc:sldMk cId="0" sldId="257"/>
            <ac:spMk id="261" creationId="{00000000-0000-0000-0000-000000000000}"/>
          </ac:spMkLst>
        </pc:spChg>
        <pc:spChg chg="mod">
          <ac:chgData name="VANSH TICKOO" userId="S::v_tickoo@ece.iitr.ac.in::946d7f1e-a06b-4826-baf0-df5900743c5d" providerId="AD" clId="Web-{B2B2F63A-662A-2C9D-98D0-72F78B6A7886}" dt="2023-01-22T14:02:18.191" v="625" actId="14100"/>
          <ac:spMkLst>
            <pc:docMk/>
            <pc:sldMk cId="0" sldId="257"/>
            <ac:spMk id="262" creationId="{00000000-0000-0000-0000-000000000000}"/>
          </ac:spMkLst>
        </pc:spChg>
      </pc:sldChg>
      <pc:sldChg chg="modSp">
        <pc:chgData name="VANSH TICKOO" userId="S::v_tickoo@ece.iitr.ac.in::946d7f1e-a06b-4826-baf0-df5900743c5d" providerId="AD" clId="Web-{B2B2F63A-662A-2C9D-98D0-72F78B6A7886}" dt="2023-01-22T13:42:23.102" v="488"/>
        <pc:sldMkLst>
          <pc:docMk/>
          <pc:sldMk cId="0" sldId="258"/>
        </pc:sldMkLst>
        <pc:spChg chg="mod">
          <ac:chgData name="VANSH TICKOO" userId="S::v_tickoo@ece.iitr.ac.in::946d7f1e-a06b-4826-baf0-df5900743c5d" providerId="AD" clId="Web-{B2B2F63A-662A-2C9D-98D0-72F78B6A7886}" dt="2023-01-22T13:31:04.996" v="345" actId="1076"/>
          <ac:spMkLst>
            <pc:docMk/>
            <pc:sldMk cId="0" sldId="258"/>
            <ac:spMk id="2" creationId="{0B7E47BF-41A9-819B-7BE2-9AAB534C4AD7}"/>
          </ac:spMkLst>
        </pc:spChg>
        <pc:spChg chg="mod">
          <ac:chgData name="VANSH TICKOO" userId="S::v_tickoo@ece.iitr.ac.in::946d7f1e-a06b-4826-baf0-df5900743c5d" providerId="AD" clId="Web-{B2B2F63A-662A-2C9D-98D0-72F78B6A7886}" dt="2023-01-22T13:31:05.028" v="346" actId="1076"/>
          <ac:spMkLst>
            <pc:docMk/>
            <pc:sldMk cId="0" sldId="258"/>
            <ac:spMk id="3" creationId="{7B2D5EBD-D63A-C0EE-3867-EF56445B56D6}"/>
          </ac:spMkLst>
        </pc:spChg>
        <pc:spChg chg="mod">
          <ac:chgData name="VANSH TICKOO" userId="S::v_tickoo@ece.iitr.ac.in::946d7f1e-a06b-4826-baf0-df5900743c5d" providerId="AD" clId="Web-{B2B2F63A-662A-2C9D-98D0-72F78B6A7886}" dt="2023-01-22T13:31:05.059" v="347" actId="1076"/>
          <ac:spMkLst>
            <pc:docMk/>
            <pc:sldMk cId="0" sldId="258"/>
            <ac:spMk id="4" creationId="{08F033D3-D176-728E-E875-CCE56A93FF61}"/>
          </ac:spMkLst>
        </pc:spChg>
        <pc:spChg chg="mod">
          <ac:chgData name="VANSH TICKOO" userId="S::v_tickoo@ece.iitr.ac.in::946d7f1e-a06b-4826-baf0-df5900743c5d" providerId="AD" clId="Web-{B2B2F63A-662A-2C9D-98D0-72F78B6A7886}" dt="2023-01-22T13:31:05.090" v="348" actId="1076"/>
          <ac:spMkLst>
            <pc:docMk/>
            <pc:sldMk cId="0" sldId="258"/>
            <ac:spMk id="5" creationId="{AF1467AA-849C-6280-A154-5C4C85BBD89C}"/>
          </ac:spMkLst>
        </pc:spChg>
        <pc:spChg chg="mod">
          <ac:chgData name="VANSH TICKOO" userId="S::v_tickoo@ece.iitr.ac.in::946d7f1e-a06b-4826-baf0-df5900743c5d" providerId="AD" clId="Web-{B2B2F63A-662A-2C9D-98D0-72F78B6A7886}" dt="2023-01-22T13:42:23.102" v="488"/>
          <ac:spMkLst>
            <pc:docMk/>
            <pc:sldMk cId="0" sldId="258"/>
            <ac:spMk id="268" creationId="{00000000-0000-0000-0000-000000000000}"/>
          </ac:spMkLst>
        </pc:spChg>
      </pc:sldChg>
      <pc:sldChg chg="addSp delSp modSp">
        <pc:chgData name="VANSH TICKOO" userId="S::v_tickoo@ece.iitr.ac.in::946d7f1e-a06b-4826-baf0-df5900743c5d" providerId="AD" clId="Web-{B2B2F63A-662A-2C9D-98D0-72F78B6A7886}" dt="2023-01-22T14:05:57.309" v="634" actId="14100"/>
        <pc:sldMkLst>
          <pc:docMk/>
          <pc:sldMk cId="0" sldId="259"/>
        </pc:sldMkLst>
        <pc:spChg chg="mod">
          <ac:chgData name="VANSH TICKOO" userId="S::v_tickoo@ece.iitr.ac.in::946d7f1e-a06b-4826-baf0-df5900743c5d" providerId="AD" clId="Web-{B2B2F63A-662A-2C9D-98D0-72F78B6A7886}" dt="2023-01-22T13:29:05.758" v="291" actId="20577"/>
          <ac:spMkLst>
            <pc:docMk/>
            <pc:sldMk cId="0" sldId="259"/>
            <ac:spMk id="273" creationId="{00000000-0000-0000-0000-000000000000}"/>
          </ac:spMkLst>
        </pc:spChg>
        <pc:spChg chg="mod">
          <ac:chgData name="VANSH TICKOO" userId="S::v_tickoo@ece.iitr.ac.in::946d7f1e-a06b-4826-baf0-df5900743c5d" providerId="AD" clId="Web-{B2B2F63A-662A-2C9D-98D0-72F78B6A7886}" dt="2023-01-22T13:28:27.866" v="281"/>
          <ac:spMkLst>
            <pc:docMk/>
            <pc:sldMk cId="0" sldId="259"/>
            <ac:spMk id="291" creationId="{00000000-0000-0000-0000-000000000000}"/>
          </ac:spMkLst>
        </pc:spChg>
        <pc:spChg chg="mod">
          <ac:chgData name="VANSH TICKOO" userId="S::v_tickoo@ece.iitr.ac.in::946d7f1e-a06b-4826-baf0-df5900743c5d" providerId="AD" clId="Web-{B2B2F63A-662A-2C9D-98D0-72F78B6A7886}" dt="2023-01-22T14:05:57.309" v="634" actId="14100"/>
          <ac:spMkLst>
            <pc:docMk/>
            <pc:sldMk cId="0" sldId="259"/>
            <ac:spMk id="293" creationId="{00000000-0000-0000-0000-000000000000}"/>
          </ac:spMkLst>
        </pc:spChg>
        <pc:spChg chg="mod">
          <ac:chgData name="VANSH TICKOO" userId="S::v_tickoo@ece.iitr.ac.in::946d7f1e-a06b-4826-baf0-df5900743c5d" providerId="AD" clId="Web-{B2B2F63A-662A-2C9D-98D0-72F78B6A7886}" dt="2023-01-22T13:28:27.928" v="283"/>
          <ac:spMkLst>
            <pc:docMk/>
            <pc:sldMk cId="0" sldId="259"/>
            <ac:spMk id="294" creationId="{00000000-0000-0000-0000-000000000000}"/>
          </ac:spMkLst>
        </pc:spChg>
        <pc:spChg chg="mod">
          <ac:chgData name="VANSH TICKOO" userId="S::v_tickoo@ece.iitr.ac.in::946d7f1e-a06b-4826-baf0-df5900743c5d" providerId="AD" clId="Web-{B2B2F63A-662A-2C9D-98D0-72F78B6A7886}" dt="2023-01-22T13:28:27.975" v="284"/>
          <ac:spMkLst>
            <pc:docMk/>
            <pc:sldMk cId="0" sldId="259"/>
            <ac:spMk id="295" creationId="{00000000-0000-0000-0000-000000000000}"/>
          </ac:spMkLst>
        </pc:spChg>
        <pc:spChg chg="mod">
          <ac:chgData name="VANSH TICKOO" userId="S::v_tickoo@ece.iitr.ac.in::946d7f1e-a06b-4826-baf0-df5900743c5d" providerId="AD" clId="Web-{B2B2F63A-662A-2C9D-98D0-72F78B6A7886}" dt="2023-01-22T13:28:28.022" v="285"/>
          <ac:spMkLst>
            <pc:docMk/>
            <pc:sldMk cId="0" sldId="259"/>
            <ac:spMk id="296" creationId="{00000000-0000-0000-0000-000000000000}"/>
          </ac:spMkLst>
        </pc:spChg>
        <pc:picChg chg="add del mod">
          <ac:chgData name="VANSH TICKOO" userId="S::v_tickoo@ece.iitr.ac.in::946d7f1e-a06b-4826-baf0-df5900743c5d" providerId="AD" clId="Web-{B2B2F63A-662A-2C9D-98D0-72F78B6A7886}" dt="2023-01-22T13:26:30.643" v="248"/>
          <ac:picMkLst>
            <pc:docMk/>
            <pc:sldMk cId="0" sldId="259"/>
            <ac:picMk id="2" creationId="{923A9308-8283-9985-8272-CC6CEFEB5611}"/>
          </ac:picMkLst>
        </pc:picChg>
        <pc:picChg chg="add mod">
          <ac:chgData name="VANSH TICKOO" userId="S::v_tickoo@ece.iitr.ac.in::946d7f1e-a06b-4826-baf0-df5900743c5d" providerId="AD" clId="Web-{B2B2F63A-662A-2C9D-98D0-72F78B6A7886}" dt="2023-01-22T13:45:14.890" v="509"/>
          <ac:picMkLst>
            <pc:docMk/>
            <pc:sldMk cId="0" sldId="259"/>
            <ac:picMk id="3" creationId="{88F70546-FE39-D2A2-FE4B-174AF66EB15E}"/>
          </ac:picMkLst>
        </pc:picChg>
        <pc:picChg chg="del">
          <ac:chgData name="VANSH TICKOO" userId="S::v_tickoo@ece.iitr.ac.in::946d7f1e-a06b-4826-baf0-df5900743c5d" providerId="AD" clId="Web-{B2B2F63A-662A-2C9D-98D0-72F78B6A7886}" dt="2023-01-22T13:26:19.893" v="244"/>
          <ac:picMkLst>
            <pc:docMk/>
            <pc:sldMk cId="0" sldId="259"/>
            <ac:picMk id="292" creationId="{00000000-0000-0000-0000-000000000000}"/>
          </ac:picMkLst>
        </pc:picChg>
      </pc:sldChg>
      <pc:sldChg chg="modSp">
        <pc:chgData name="VANSH TICKOO" userId="S::v_tickoo@ece.iitr.ac.in::946d7f1e-a06b-4826-baf0-df5900743c5d" providerId="AD" clId="Web-{B2B2F63A-662A-2C9D-98D0-72F78B6A7886}" dt="2023-01-22T13:22:02.961" v="236" actId="14100"/>
        <pc:sldMkLst>
          <pc:docMk/>
          <pc:sldMk cId="0" sldId="260"/>
        </pc:sldMkLst>
        <pc:spChg chg="mod">
          <ac:chgData name="VANSH TICKOO" userId="S::v_tickoo@ece.iitr.ac.in::946d7f1e-a06b-4826-baf0-df5900743c5d" providerId="AD" clId="Web-{B2B2F63A-662A-2C9D-98D0-72F78B6A7886}" dt="2023-01-22T13:22:02.961" v="236" actId="14100"/>
          <ac:spMkLst>
            <pc:docMk/>
            <pc:sldMk cId="0" sldId="260"/>
            <ac:spMk id="303" creationId="{00000000-0000-0000-0000-000000000000}"/>
          </ac:spMkLst>
        </pc:spChg>
        <pc:spChg chg="mod">
          <ac:chgData name="VANSH TICKOO" userId="S::v_tickoo@ece.iitr.ac.in::946d7f1e-a06b-4826-baf0-df5900743c5d" providerId="AD" clId="Web-{B2B2F63A-662A-2C9D-98D0-72F78B6A7886}" dt="2023-01-22T13:19:45.613" v="217" actId="20577"/>
          <ac:spMkLst>
            <pc:docMk/>
            <pc:sldMk cId="0" sldId="260"/>
            <ac:spMk id="305" creationId="{00000000-0000-0000-0000-000000000000}"/>
          </ac:spMkLst>
        </pc:spChg>
        <pc:spChg chg="mod">
          <ac:chgData name="VANSH TICKOO" userId="S::v_tickoo@ece.iitr.ac.in::946d7f1e-a06b-4826-baf0-df5900743c5d" providerId="AD" clId="Web-{B2B2F63A-662A-2C9D-98D0-72F78B6A7886}" dt="2023-01-22T13:19:51.003" v="218" actId="20577"/>
          <ac:spMkLst>
            <pc:docMk/>
            <pc:sldMk cId="0" sldId="260"/>
            <ac:spMk id="308" creationId="{00000000-0000-0000-0000-000000000000}"/>
          </ac:spMkLst>
        </pc:spChg>
        <pc:spChg chg="mod">
          <ac:chgData name="VANSH TICKOO" userId="S::v_tickoo@ece.iitr.ac.in::946d7f1e-a06b-4826-baf0-df5900743c5d" providerId="AD" clId="Web-{B2B2F63A-662A-2C9D-98D0-72F78B6A7886}" dt="2023-01-22T13:19:24.440" v="211"/>
          <ac:spMkLst>
            <pc:docMk/>
            <pc:sldMk cId="0" sldId="260"/>
            <ac:spMk id="309" creationId="{00000000-0000-0000-0000-000000000000}"/>
          </ac:spMkLst>
        </pc:spChg>
        <pc:spChg chg="mod">
          <ac:chgData name="VANSH TICKOO" userId="S::v_tickoo@ece.iitr.ac.in::946d7f1e-a06b-4826-baf0-df5900743c5d" providerId="AD" clId="Web-{B2B2F63A-662A-2C9D-98D0-72F78B6A7886}" dt="2023-01-22T13:21:08.272" v="228" actId="1076"/>
          <ac:spMkLst>
            <pc:docMk/>
            <pc:sldMk cId="0" sldId="260"/>
            <ac:spMk id="312" creationId="{00000000-0000-0000-0000-000000000000}"/>
          </ac:spMkLst>
        </pc:spChg>
        <pc:spChg chg="mod">
          <ac:chgData name="VANSH TICKOO" userId="S::v_tickoo@ece.iitr.ac.in::946d7f1e-a06b-4826-baf0-df5900743c5d" providerId="AD" clId="Web-{B2B2F63A-662A-2C9D-98D0-72F78B6A7886}" dt="2023-01-22T13:21:16.756" v="230" actId="1076"/>
          <ac:spMkLst>
            <pc:docMk/>
            <pc:sldMk cId="0" sldId="260"/>
            <ac:spMk id="313" creationId="{00000000-0000-0000-0000-000000000000}"/>
          </ac:spMkLst>
        </pc:spChg>
        <pc:spChg chg="mod">
          <ac:chgData name="VANSH TICKOO" userId="S::v_tickoo@ece.iitr.ac.in::946d7f1e-a06b-4826-baf0-df5900743c5d" providerId="AD" clId="Web-{B2B2F63A-662A-2C9D-98D0-72F78B6A7886}" dt="2023-01-22T13:21:14.006" v="229" actId="1076"/>
          <ac:spMkLst>
            <pc:docMk/>
            <pc:sldMk cId="0" sldId="260"/>
            <ac:spMk id="314" creationId="{00000000-0000-0000-0000-000000000000}"/>
          </ac:spMkLst>
        </pc:spChg>
        <pc:spChg chg="mod">
          <ac:chgData name="VANSH TICKOO" userId="S::v_tickoo@ece.iitr.ac.in::946d7f1e-a06b-4826-baf0-df5900743c5d" providerId="AD" clId="Web-{B2B2F63A-662A-2C9D-98D0-72F78B6A7886}" dt="2023-01-22T13:20:58.334" v="225" actId="1076"/>
          <ac:spMkLst>
            <pc:docMk/>
            <pc:sldMk cId="0" sldId="260"/>
            <ac:spMk id="315" creationId="{00000000-0000-0000-0000-000000000000}"/>
          </ac:spMkLst>
        </pc:spChg>
        <pc:spChg chg="mod">
          <ac:chgData name="VANSH TICKOO" userId="S::v_tickoo@ece.iitr.ac.in::946d7f1e-a06b-4826-baf0-df5900743c5d" providerId="AD" clId="Web-{B2B2F63A-662A-2C9D-98D0-72F78B6A7886}" dt="2023-01-22T13:21:01.490" v="226" actId="1076"/>
          <ac:spMkLst>
            <pc:docMk/>
            <pc:sldMk cId="0" sldId="260"/>
            <ac:spMk id="316" creationId="{00000000-0000-0000-0000-000000000000}"/>
          </ac:spMkLst>
        </pc:spChg>
        <pc:spChg chg="mod">
          <ac:chgData name="VANSH TICKOO" userId="S::v_tickoo@ece.iitr.ac.in::946d7f1e-a06b-4826-baf0-df5900743c5d" providerId="AD" clId="Web-{B2B2F63A-662A-2C9D-98D0-72F78B6A7886}" dt="2023-01-22T13:21:05.147" v="227" actId="1076"/>
          <ac:spMkLst>
            <pc:docMk/>
            <pc:sldMk cId="0" sldId="260"/>
            <ac:spMk id="317" creationId="{00000000-0000-0000-0000-000000000000}"/>
          </ac:spMkLst>
        </pc:spChg>
        <pc:spChg chg="mod">
          <ac:chgData name="VANSH TICKOO" userId="S::v_tickoo@ece.iitr.ac.in::946d7f1e-a06b-4826-baf0-df5900743c5d" providerId="AD" clId="Web-{B2B2F63A-662A-2C9D-98D0-72F78B6A7886}" dt="2023-01-22T13:19:24.627" v="215"/>
          <ac:spMkLst>
            <pc:docMk/>
            <pc:sldMk cId="0" sldId="260"/>
            <ac:spMk id="318" creationId="{00000000-0000-0000-0000-000000000000}"/>
          </ac:spMkLst>
        </pc:spChg>
        <pc:spChg chg="mod">
          <ac:chgData name="VANSH TICKOO" userId="S::v_tickoo@ece.iitr.ac.in::946d7f1e-a06b-4826-baf0-df5900743c5d" providerId="AD" clId="Web-{B2B2F63A-662A-2C9D-98D0-72F78B6A7886}" dt="2023-01-22T13:19:24.690" v="216"/>
          <ac:spMkLst>
            <pc:docMk/>
            <pc:sldMk cId="0" sldId="260"/>
            <ac:spMk id="319" creationId="{00000000-0000-0000-0000-000000000000}"/>
          </ac:spMkLst>
        </pc:spChg>
        <pc:spChg chg="mod">
          <ac:chgData name="VANSH TICKOO" userId="S::v_tickoo@ece.iitr.ac.in::946d7f1e-a06b-4826-baf0-df5900743c5d" providerId="AD" clId="Web-{B2B2F63A-662A-2C9D-98D0-72F78B6A7886}" dt="2023-01-22T13:20:10.660" v="221"/>
          <ac:spMkLst>
            <pc:docMk/>
            <pc:sldMk cId="0" sldId="260"/>
            <ac:spMk id="320" creationId="{00000000-0000-0000-0000-000000000000}"/>
          </ac:spMkLst>
        </pc:spChg>
      </pc:sldChg>
      <pc:sldChg chg="addSp delSp modSp">
        <pc:chgData name="VANSH TICKOO" userId="S::v_tickoo@ece.iitr.ac.in::946d7f1e-a06b-4826-baf0-df5900743c5d" providerId="AD" clId="Web-{B2B2F63A-662A-2C9D-98D0-72F78B6A7886}" dt="2023-01-22T13:44:25.404" v="507" actId="20577"/>
        <pc:sldMkLst>
          <pc:docMk/>
          <pc:sldMk cId="0" sldId="261"/>
        </pc:sldMkLst>
        <pc:spChg chg="del mod">
          <ac:chgData name="VANSH TICKOO" userId="S::v_tickoo@ece.iitr.ac.in::946d7f1e-a06b-4826-baf0-df5900743c5d" providerId="AD" clId="Web-{B2B2F63A-662A-2C9D-98D0-72F78B6A7886}" dt="2023-01-22T13:15:22.338" v="180"/>
          <ac:spMkLst>
            <pc:docMk/>
            <pc:sldMk cId="0" sldId="261"/>
            <ac:spMk id="6" creationId="{44BCA2AA-9EBC-7F43-4477-E7EA725A132A}"/>
          </ac:spMkLst>
        </pc:spChg>
        <pc:spChg chg="mod">
          <ac:chgData name="VANSH TICKOO" userId="S::v_tickoo@ece.iitr.ac.in::946d7f1e-a06b-4826-baf0-df5900743c5d" providerId="AD" clId="Web-{B2B2F63A-662A-2C9D-98D0-72F78B6A7886}" dt="2023-01-22T13:43:46.965" v="499" actId="1076"/>
          <ac:spMkLst>
            <pc:docMk/>
            <pc:sldMk cId="0" sldId="261"/>
            <ac:spMk id="29" creationId="{2B5EAABC-9785-BE30-CA19-4F37E67A24A9}"/>
          </ac:spMkLst>
        </pc:spChg>
        <pc:spChg chg="add mod">
          <ac:chgData name="VANSH TICKOO" userId="S::v_tickoo@ece.iitr.ac.in::946d7f1e-a06b-4826-baf0-df5900743c5d" providerId="AD" clId="Web-{B2B2F63A-662A-2C9D-98D0-72F78B6A7886}" dt="2023-01-22T13:43:33.577" v="498" actId="14100"/>
          <ac:spMkLst>
            <pc:docMk/>
            <pc:sldMk cId="0" sldId="261"/>
            <ac:spMk id="62" creationId="{823BD1CE-B175-69CE-5F7E-BCC63DD2FEE2}"/>
          </ac:spMkLst>
        </pc:spChg>
        <pc:grpChg chg="mod">
          <ac:chgData name="VANSH TICKOO" userId="S::v_tickoo@ece.iitr.ac.in::946d7f1e-a06b-4826-baf0-df5900743c5d" providerId="AD" clId="Web-{B2B2F63A-662A-2C9D-98D0-72F78B6A7886}" dt="2023-01-22T13:12:28.754" v="144" actId="1076"/>
          <ac:grpSpMkLst>
            <pc:docMk/>
            <pc:sldMk cId="0" sldId="261"/>
            <ac:grpSpMk id="11" creationId="{807B38FC-8B20-6215-2F53-4B94AAD74F5A}"/>
          </ac:grpSpMkLst>
        </pc:grpChg>
        <pc:grpChg chg="mod">
          <ac:chgData name="VANSH TICKOO" userId="S::v_tickoo@ece.iitr.ac.in::946d7f1e-a06b-4826-baf0-df5900743c5d" providerId="AD" clId="Web-{B2B2F63A-662A-2C9D-98D0-72F78B6A7886}" dt="2023-01-22T13:12:28.769" v="145" actId="1076"/>
          <ac:grpSpMkLst>
            <pc:docMk/>
            <pc:sldMk cId="0" sldId="261"/>
            <ac:grpSpMk id="14" creationId="{B4108382-04C1-1569-2CD2-489AB37A0185}"/>
          </ac:grpSpMkLst>
        </pc:grpChg>
        <pc:grpChg chg="mod">
          <ac:chgData name="VANSH TICKOO" userId="S::v_tickoo@ece.iitr.ac.in::946d7f1e-a06b-4826-baf0-df5900743c5d" providerId="AD" clId="Web-{B2B2F63A-662A-2C9D-98D0-72F78B6A7886}" dt="2023-01-22T13:12:28.801" v="146" actId="1076"/>
          <ac:grpSpMkLst>
            <pc:docMk/>
            <pc:sldMk cId="0" sldId="261"/>
            <ac:grpSpMk id="17" creationId="{1A5B0737-AC64-A5F1-30B2-A42632078406}"/>
          </ac:grpSpMkLst>
        </pc:grpChg>
        <pc:grpChg chg="mod">
          <ac:chgData name="VANSH TICKOO" userId="S::v_tickoo@ece.iitr.ac.in::946d7f1e-a06b-4826-baf0-df5900743c5d" providerId="AD" clId="Web-{B2B2F63A-662A-2C9D-98D0-72F78B6A7886}" dt="2023-01-22T13:12:28.832" v="147" actId="1076"/>
          <ac:grpSpMkLst>
            <pc:docMk/>
            <pc:sldMk cId="0" sldId="261"/>
            <ac:grpSpMk id="20" creationId="{EC3BA705-3AF8-86BD-62A7-E3ADB86210DB}"/>
          </ac:grpSpMkLst>
        </pc:grpChg>
        <pc:grpChg chg="mod">
          <ac:chgData name="VANSH TICKOO" userId="S::v_tickoo@ece.iitr.ac.in::946d7f1e-a06b-4826-baf0-df5900743c5d" providerId="AD" clId="Web-{B2B2F63A-662A-2C9D-98D0-72F78B6A7886}" dt="2023-01-22T13:12:28.847" v="148" actId="1076"/>
          <ac:grpSpMkLst>
            <pc:docMk/>
            <pc:sldMk cId="0" sldId="261"/>
            <ac:grpSpMk id="27" creationId="{44F01D7B-89E7-CE80-B10A-F77A04A8748A}"/>
          </ac:grpSpMkLst>
        </pc:grpChg>
        <pc:graphicFrameChg chg="mod modGraphic">
          <ac:chgData name="VANSH TICKOO" userId="S::v_tickoo@ece.iitr.ac.in::946d7f1e-a06b-4826-baf0-df5900743c5d" providerId="AD" clId="Web-{B2B2F63A-662A-2C9D-98D0-72F78B6A7886}" dt="2023-01-22T13:44:25.404" v="507" actId="20577"/>
          <ac:graphicFrameMkLst>
            <pc:docMk/>
            <pc:sldMk cId="0" sldId="261"/>
            <ac:graphicFrameMk id="10" creationId="{942D69F9-5023-F6CF-DA24-D57A487161FB}"/>
          </ac:graphicFrameMkLst>
        </pc:graphicFrameChg>
      </pc:sldChg>
      <pc:sldChg chg="addSp delSp modSp ord">
        <pc:chgData name="VANSH TICKOO" userId="S::v_tickoo@ece.iitr.ac.in::946d7f1e-a06b-4826-baf0-df5900743c5d" providerId="AD" clId="Web-{B2B2F63A-662A-2C9D-98D0-72F78B6A7886}" dt="2023-01-22T13:36:33.747" v="375" actId="1076"/>
        <pc:sldMkLst>
          <pc:docMk/>
          <pc:sldMk cId="0" sldId="262"/>
        </pc:sldMkLst>
        <pc:spChg chg="add mod">
          <ac:chgData name="VANSH TICKOO" userId="S::v_tickoo@ece.iitr.ac.in::946d7f1e-a06b-4826-baf0-df5900743c5d" providerId="AD" clId="Web-{B2B2F63A-662A-2C9D-98D0-72F78B6A7886}" dt="2023-01-22T13:36:29.418" v="374"/>
          <ac:spMkLst>
            <pc:docMk/>
            <pc:sldMk cId="0" sldId="262"/>
            <ac:spMk id="3" creationId="{F498BC77-9F89-0A36-13D4-3E9676D69E83}"/>
          </ac:spMkLst>
        </pc:spChg>
        <pc:picChg chg="add mod">
          <ac:chgData name="VANSH TICKOO" userId="S::v_tickoo@ece.iitr.ac.in::946d7f1e-a06b-4826-baf0-df5900743c5d" providerId="AD" clId="Web-{B2B2F63A-662A-2C9D-98D0-72F78B6A7886}" dt="2023-01-22T13:36:33.747" v="375" actId="1076"/>
          <ac:picMkLst>
            <pc:docMk/>
            <pc:sldMk cId="0" sldId="262"/>
            <ac:picMk id="2" creationId="{67F301F1-4342-FD6B-35FA-539D637E23AC}"/>
          </ac:picMkLst>
        </pc:picChg>
        <pc:picChg chg="del mod">
          <ac:chgData name="VANSH TICKOO" userId="S::v_tickoo@ece.iitr.ac.in::946d7f1e-a06b-4826-baf0-df5900743c5d" providerId="AD" clId="Web-{B2B2F63A-662A-2C9D-98D0-72F78B6A7886}" dt="2023-01-22T13:32:39.145" v="351"/>
          <ac:picMkLst>
            <pc:docMk/>
            <pc:sldMk cId="0" sldId="262"/>
            <ac:picMk id="336" creationId="{00000000-0000-0000-0000-000000000000}"/>
          </ac:picMkLst>
        </pc:picChg>
      </pc:sldChg>
      <pc:sldChg chg="modSp ord">
        <pc:chgData name="VANSH TICKOO" userId="S::v_tickoo@ece.iitr.ac.in::946d7f1e-a06b-4826-baf0-df5900743c5d" providerId="AD" clId="Web-{B2B2F63A-662A-2C9D-98D0-72F78B6A7886}" dt="2023-01-22T13:42:02.430" v="486" actId="20577"/>
        <pc:sldMkLst>
          <pc:docMk/>
          <pc:sldMk cId="0" sldId="263"/>
        </pc:sldMkLst>
        <pc:spChg chg="mod">
          <ac:chgData name="VANSH TICKOO" userId="S::v_tickoo@ece.iitr.ac.in::946d7f1e-a06b-4826-baf0-df5900743c5d" providerId="AD" clId="Web-{B2B2F63A-662A-2C9D-98D0-72F78B6A7886}" dt="2023-01-22T13:42:02.430" v="486" actId="20577"/>
          <ac:spMkLst>
            <pc:docMk/>
            <pc:sldMk cId="0" sldId="263"/>
            <ac:spMk id="341" creationId="{00000000-0000-0000-0000-000000000000}"/>
          </ac:spMkLst>
        </pc:spChg>
        <pc:spChg chg="mod">
          <ac:chgData name="VANSH TICKOO" userId="S::v_tickoo@ece.iitr.ac.in::946d7f1e-a06b-4826-baf0-df5900743c5d" providerId="AD" clId="Web-{B2B2F63A-662A-2C9D-98D0-72F78B6A7886}" dt="2023-01-22T13:39:07.221" v="418" actId="1076"/>
          <ac:spMkLst>
            <pc:docMk/>
            <pc:sldMk cId="0" sldId="263"/>
            <ac:spMk id="343" creationId="{00000000-0000-0000-0000-000000000000}"/>
          </ac:spMkLst>
        </pc:spChg>
        <pc:spChg chg="mod">
          <ac:chgData name="VANSH TICKOO" userId="S::v_tickoo@ece.iitr.ac.in::946d7f1e-a06b-4826-baf0-df5900743c5d" providerId="AD" clId="Web-{B2B2F63A-662A-2C9D-98D0-72F78B6A7886}" dt="2023-01-22T13:39:24.159" v="425" actId="20577"/>
          <ac:spMkLst>
            <pc:docMk/>
            <pc:sldMk cId="0" sldId="263"/>
            <ac:spMk id="344" creationId="{00000000-0000-0000-0000-000000000000}"/>
          </ac:spMkLst>
        </pc:spChg>
        <pc:spChg chg="mod">
          <ac:chgData name="VANSH TICKOO" userId="S::v_tickoo@ece.iitr.ac.in::946d7f1e-a06b-4826-baf0-df5900743c5d" providerId="AD" clId="Web-{B2B2F63A-662A-2C9D-98D0-72F78B6A7886}" dt="2023-01-22T13:39:07.252" v="420" actId="1076"/>
          <ac:spMkLst>
            <pc:docMk/>
            <pc:sldMk cId="0" sldId="263"/>
            <ac:spMk id="345" creationId="{00000000-0000-0000-0000-000000000000}"/>
          </ac:spMkLst>
        </pc:spChg>
        <pc:spChg chg="mod">
          <ac:chgData name="VANSH TICKOO" userId="S::v_tickoo@ece.iitr.ac.in::946d7f1e-a06b-4826-baf0-df5900743c5d" providerId="AD" clId="Web-{B2B2F63A-662A-2C9D-98D0-72F78B6A7886}" dt="2023-01-22T13:39:07.268" v="422" actId="1076"/>
          <ac:spMkLst>
            <pc:docMk/>
            <pc:sldMk cId="0" sldId="263"/>
            <ac:spMk id="346" creationId="{00000000-0000-0000-0000-000000000000}"/>
          </ac:spMkLst>
        </pc:spChg>
        <pc:spChg chg="mod">
          <ac:chgData name="VANSH TICKOO" userId="S::v_tickoo@ece.iitr.ac.in::946d7f1e-a06b-4826-baf0-df5900743c5d" providerId="AD" clId="Web-{B2B2F63A-662A-2C9D-98D0-72F78B6A7886}" dt="2023-01-22T13:39:07.205" v="416" actId="1076"/>
          <ac:spMkLst>
            <pc:docMk/>
            <pc:sldMk cId="0" sldId="263"/>
            <ac:spMk id="347" creationId="{00000000-0000-0000-0000-000000000000}"/>
          </ac:spMkLst>
        </pc:spChg>
        <pc:spChg chg="mod">
          <ac:chgData name="VANSH TICKOO" userId="S::v_tickoo@ece.iitr.ac.in::946d7f1e-a06b-4826-baf0-df5900743c5d" providerId="AD" clId="Web-{B2B2F63A-662A-2C9D-98D0-72F78B6A7886}" dt="2023-01-22T13:39:07.221" v="417" actId="1076"/>
          <ac:spMkLst>
            <pc:docMk/>
            <pc:sldMk cId="0" sldId="263"/>
            <ac:spMk id="348" creationId="{00000000-0000-0000-0000-000000000000}"/>
          </ac:spMkLst>
        </pc:spChg>
        <pc:spChg chg="mod">
          <ac:chgData name="VANSH TICKOO" userId="S::v_tickoo@ece.iitr.ac.in::946d7f1e-a06b-4826-baf0-df5900743c5d" providerId="AD" clId="Web-{B2B2F63A-662A-2C9D-98D0-72F78B6A7886}" dt="2023-01-22T13:39:18.284" v="423" actId="1076"/>
          <ac:spMkLst>
            <pc:docMk/>
            <pc:sldMk cId="0" sldId="263"/>
            <ac:spMk id="349" creationId="{00000000-0000-0000-0000-000000000000}"/>
          </ac:spMkLst>
        </pc:spChg>
        <pc:spChg chg="mod">
          <ac:chgData name="VANSH TICKOO" userId="S::v_tickoo@ece.iitr.ac.in::946d7f1e-a06b-4826-baf0-df5900743c5d" providerId="AD" clId="Web-{B2B2F63A-662A-2C9D-98D0-72F78B6A7886}" dt="2023-01-22T13:38:40.485" v="412" actId="1076"/>
          <ac:spMkLst>
            <pc:docMk/>
            <pc:sldMk cId="0" sldId="263"/>
            <ac:spMk id="350" creationId="{00000000-0000-0000-0000-000000000000}"/>
          </ac:spMkLst>
        </pc:spChg>
        <pc:spChg chg="mod">
          <ac:chgData name="VANSH TICKOO" userId="S::v_tickoo@ece.iitr.ac.in::946d7f1e-a06b-4826-baf0-df5900743c5d" providerId="AD" clId="Web-{B2B2F63A-662A-2C9D-98D0-72F78B6A7886}" dt="2023-01-22T13:38:40.501" v="413" actId="1076"/>
          <ac:spMkLst>
            <pc:docMk/>
            <pc:sldMk cId="0" sldId="263"/>
            <ac:spMk id="351" creationId="{00000000-0000-0000-0000-000000000000}"/>
          </ac:spMkLst>
        </pc:spChg>
        <pc:picChg chg="mod">
          <ac:chgData name="VANSH TICKOO" userId="S::v_tickoo@ece.iitr.ac.in::946d7f1e-a06b-4826-baf0-df5900743c5d" providerId="AD" clId="Web-{B2B2F63A-662A-2C9D-98D0-72F78B6A7886}" dt="2023-01-22T13:38:47.595" v="415" actId="14100"/>
          <ac:picMkLst>
            <pc:docMk/>
            <pc:sldMk cId="0" sldId="263"/>
            <ac:picMk id="352" creationId="{00000000-0000-0000-0000-000000000000}"/>
          </ac:picMkLst>
        </pc:picChg>
      </pc:sldChg>
      <pc:sldChg chg="addSp delSp modSp new ord">
        <pc:chgData name="VANSH TICKOO" userId="S::v_tickoo@ece.iitr.ac.in::946d7f1e-a06b-4826-baf0-df5900743c5d" providerId="AD" clId="Web-{B2B2F63A-662A-2C9D-98D0-72F78B6A7886}" dt="2023-01-22T14:03:22.849" v="631" actId="1076"/>
        <pc:sldMkLst>
          <pc:docMk/>
          <pc:sldMk cId="517597677" sldId="264"/>
        </pc:sldMkLst>
        <pc:spChg chg="mod">
          <ac:chgData name="VANSH TICKOO" userId="S::v_tickoo@ece.iitr.ac.in::946d7f1e-a06b-4826-baf0-df5900743c5d" providerId="AD" clId="Web-{B2B2F63A-662A-2C9D-98D0-72F78B6A7886}" dt="2023-01-22T14:03:22.849" v="631" actId="1076"/>
          <ac:spMkLst>
            <pc:docMk/>
            <pc:sldMk cId="517597677" sldId="264"/>
            <ac:spMk id="2" creationId="{C37A3A3A-C780-671C-9C98-555B86F30BF7}"/>
          </ac:spMkLst>
        </pc:spChg>
        <pc:spChg chg="add del mod">
          <ac:chgData name="VANSH TICKOO" userId="S::v_tickoo@ece.iitr.ac.in::946d7f1e-a06b-4826-baf0-df5900743c5d" providerId="AD" clId="Web-{B2B2F63A-662A-2C9D-98D0-72F78B6A7886}" dt="2023-01-22T13:25:15.187" v="239"/>
          <ac:spMkLst>
            <pc:docMk/>
            <pc:sldMk cId="517597677" sldId="264"/>
            <ac:spMk id="2" creationId="{EB1FEE4B-314F-626A-21A0-2535EC8316C6}"/>
          </ac:spMkLst>
        </pc:spChg>
        <pc:spChg chg="add del mod">
          <ac:chgData name="VANSH TICKOO" userId="S::v_tickoo@ece.iitr.ac.in::946d7f1e-a06b-4826-baf0-df5900743c5d" providerId="AD" clId="Web-{B2B2F63A-662A-2C9D-98D0-72F78B6A7886}" dt="2023-01-22T13:25:27.141" v="243"/>
          <ac:spMkLst>
            <pc:docMk/>
            <pc:sldMk cId="517597677" sldId="264"/>
            <ac:spMk id="3" creationId="{EE6DBE98-EBA5-18CD-6843-7DDD6667CA2A}"/>
          </ac:spMkLst>
        </pc:spChg>
      </pc:sldChg>
    </pc:docChg>
  </pc:docChgLst>
  <pc:docChgLst>
    <pc:chgData name="Guest User" userId="S::urn:spo:anon#c99948a8701e2e8b2aad6eb200902362882a0a8b60b9fe269ab238276d1d475e::" providerId="AD" clId="Web-{DF832801-E753-4F66-AC1C-FEDE74336D59}"/>
    <pc:docChg chg="modSld">
      <pc:chgData name="Guest User" userId="S::urn:spo:anon#c99948a8701e2e8b2aad6eb200902362882a0a8b60b9fe269ab238276d1d475e::" providerId="AD" clId="Web-{DF832801-E753-4F66-AC1C-FEDE74336D59}" dt="2023-01-22T13:57:52.114" v="198" actId="20577"/>
      <pc:docMkLst>
        <pc:docMk/>
      </pc:docMkLst>
      <pc:sldChg chg="addSp modSp">
        <pc:chgData name="Guest User" userId="S::urn:spo:anon#c99948a8701e2e8b2aad6eb200902362882a0a8b60b9fe269ab238276d1d475e::" providerId="AD" clId="Web-{DF832801-E753-4F66-AC1C-FEDE74336D59}" dt="2023-01-22T13:57:52.114" v="198" actId="20577"/>
        <pc:sldMkLst>
          <pc:docMk/>
          <pc:sldMk cId="517597677" sldId="264"/>
        </pc:sldMkLst>
        <pc:spChg chg="add mod">
          <ac:chgData name="Guest User" userId="S::urn:spo:anon#c99948a8701e2e8b2aad6eb200902362882a0a8b60b9fe269ab238276d1d475e::" providerId="AD" clId="Web-{DF832801-E753-4F66-AC1C-FEDE74336D59}" dt="2023-01-22T13:57:52.114" v="198" actId="20577"/>
          <ac:spMkLst>
            <pc:docMk/>
            <pc:sldMk cId="517597677" sldId="264"/>
            <ac:spMk id="2" creationId="{C37A3A3A-C780-671C-9C98-555B86F30BF7}"/>
          </ac:spMkLst>
        </pc:spChg>
        <pc:spChg chg="add mod">
          <ac:chgData name="Guest User" userId="S::urn:spo:anon#c99948a8701e2e8b2aad6eb200902362882a0a8b60b9fe269ab238276d1d475e::" providerId="AD" clId="Web-{DF832801-E753-4F66-AC1C-FEDE74336D59}" dt="2023-01-22T13:57:24.503" v="195" actId="14100"/>
          <ac:spMkLst>
            <pc:docMk/>
            <pc:sldMk cId="517597677" sldId="264"/>
            <ac:spMk id="3" creationId="{19805B15-582F-C4D6-FA18-00983EDE9504}"/>
          </ac:spMkLst>
        </pc:spChg>
      </pc:sldChg>
    </pc:docChg>
  </pc:docChgLst>
  <pc:docChgLst>
    <pc:chgData name="Guest User" userId="S::urn:spo:anon#c99948a8701e2e8b2aad6eb200902362882a0a8b60b9fe269ab238276d1d475e::" providerId="AD" clId="Web-{35DDC258-789C-02B9-AF5A-0E4A9F5B240A}"/>
    <pc:docChg chg="modSld">
      <pc:chgData name="Guest User" userId="S::urn:spo:anon#c99948a8701e2e8b2aad6eb200902362882a0a8b60b9fe269ab238276d1d475e::" providerId="AD" clId="Web-{35DDC258-789C-02B9-AF5A-0E4A9F5B240A}" dt="2023-01-22T14:03:24.434" v="0" actId="1076"/>
      <pc:docMkLst>
        <pc:docMk/>
      </pc:docMkLst>
      <pc:sldChg chg="modSp">
        <pc:chgData name="Guest User" userId="S::urn:spo:anon#c99948a8701e2e8b2aad6eb200902362882a0a8b60b9fe269ab238276d1d475e::" providerId="AD" clId="Web-{35DDC258-789C-02B9-AF5A-0E4A9F5B240A}" dt="2023-01-22T14:03:24.434" v="0" actId="1076"/>
        <pc:sldMkLst>
          <pc:docMk/>
          <pc:sldMk cId="517597677" sldId="264"/>
        </pc:sldMkLst>
        <pc:spChg chg="mod">
          <ac:chgData name="Guest User" userId="S::urn:spo:anon#c99948a8701e2e8b2aad6eb200902362882a0a8b60b9fe269ab238276d1d475e::" providerId="AD" clId="Web-{35DDC258-789C-02B9-AF5A-0E4A9F5B240A}" dt="2023-01-22T14:03:24.434" v="0" actId="1076"/>
          <ac:spMkLst>
            <pc:docMk/>
            <pc:sldMk cId="517597677" sldId="264"/>
            <ac:spMk id="2" creationId="{C37A3A3A-C780-671C-9C98-555B86F30BF7}"/>
          </ac:spMkLst>
        </pc:spChg>
      </pc:sldChg>
    </pc:docChg>
  </pc:docChgLst>
  <pc:docChgLst>
    <pc:chgData name="Guest User" userId="S::urn:spo:anon#c99948a8701e2e8b2aad6eb200902362882a0a8b60b9fe269ab238276d1d475e::" providerId="AD" clId="Web-{08AF5C5B-4999-4173-B9E7-AA2D9DA644E9}"/>
    <pc:docChg chg="modSld">
      <pc:chgData name="Guest User" userId="S::urn:spo:anon#c99948a8701e2e8b2aad6eb200902362882a0a8b60b9fe269ab238276d1d475e::" providerId="AD" clId="Web-{08AF5C5B-4999-4173-B9E7-AA2D9DA644E9}" dt="2023-01-22T13:15:29.970" v="2" actId="20577"/>
      <pc:docMkLst>
        <pc:docMk/>
      </pc:docMkLst>
      <pc:sldChg chg="modSp">
        <pc:chgData name="Guest User" userId="S::urn:spo:anon#c99948a8701e2e8b2aad6eb200902362882a0a8b60b9fe269ab238276d1d475e::" providerId="AD" clId="Web-{08AF5C5B-4999-4173-B9E7-AA2D9DA644E9}" dt="2023-01-22T13:15:29.970" v="2" actId="20577"/>
        <pc:sldMkLst>
          <pc:docMk/>
          <pc:sldMk cId="0" sldId="256"/>
        </pc:sldMkLst>
        <pc:spChg chg="mod">
          <ac:chgData name="Guest User" userId="S::urn:spo:anon#c99948a8701e2e8b2aad6eb200902362882a0a8b60b9fe269ab238276d1d475e::" providerId="AD" clId="Web-{08AF5C5B-4999-4173-B9E7-AA2D9DA644E9}" dt="2023-01-22T13:15:29.970" v="2" actId="20577"/>
          <ac:spMkLst>
            <pc:docMk/>
            <pc:sldMk cId="0" sldId="256"/>
            <ac:spMk id="25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5AD8DB-DDD2-4C0F-B649-4DDDBF8F405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3E43666-CC25-4850-9D64-F2CDDA2B6A42}">
      <dgm:prSet phldrT="[Text]" custT="1"/>
      <dgm:spPr>
        <a:solidFill>
          <a:srgbClr val="00C782"/>
        </a:solidFill>
      </dgm:spPr>
      <dgm:t>
        <a:bodyPr/>
        <a:lstStyle/>
        <a:p>
          <a:pPr rtl="0"/>
          <a:r>
            <a:rPr lang="en-US" sz="2000" b="1"/>
            <a:t>Tie-ups with data </a:t>
          </a:r>
          <a:r>
            <a:rPr lang="en-US" sz="2000" b="1">
              <a:latin typeface="Arial"/>
            </a:rPr>
            <a:t>service </a:t>
          </a:r>
          <a:r>
            <a:rPr lang="en-US" sz="2000" b="1"/>
            <a:t>companies</a:t>
          </a:r>
        </a:p>
      </dgm:t>
    </dgm:pt>
    <dgm:pt modelId="{66C845A9-7D2A-4D53-90A4-8B063BF9A917}" type="parTrans" cxnId="{7CD65B6D-1531-447B-B934-F257FDB2E526}">
      <dgm:prSet/>
      <dgm:spPr/>
      <dgm:t>
        <a:bodyPr/>
        <a:lstStyle/>
        <a:p>
          <a:endParaRPr lang="en-US"/>
        </a:p>
      </dgm:t>
    </dgm:pt>
    <dgm:pt modelId="{0C7C5D27-7B30-4B4D-A541-FF03EB2E3BD5}" type="sibTrans" cxnId="{7CD65B6D-1531-447B-B934-F257FDB2E526}">
      <dgm:prSet/>
      <dgm:spPr/>
      <dgm:t>
        <a:bodyPr/>
        <a:lstStyle/>
        <a:p>
          <a:endParaRPr lang="en-US"/>
        </a:p>
      </dgm:t>
    </dgm:pt>
    <dgm:pt modelId="{B4677331-39DA-49AC-9345-D60A75B89A78}">
      <dgm:prSet phldrT="[Text]" custT="1"/>
      <dgm:spPr>
        <a:solidFill>
          <a:srgbClr val="D5FCAB"/>
        </a:solidFill>
      </dgm:spPr>
      <dgm:t>
        <a:bodyPr/>
        <a:lstStyle/>
        <a:p>
          <a:r>
            <a:rPr lang="en-US" sz="1200"/>
            <a:t>Like airtel,jio offers different data plans purchased by users</a:t>
          </a:r>
        </a:p>
      </dgm:t>
    </dgm:pt>
    <dgm:pt modelId="{70089B2A-14B7-4AAB-91F8-E12CB2E69DD9}" type="parTrans" cxnId="{AB6B061B-A274-46AE-9783-DF87C70D74AD}">
      <dgm:prSet/>
      <dgm:spPr/>
      <dgm:t>
        <a:bodyPr/>
        <a:lstStyle/>
        <a:p>
          <a:endParaRPr lang="en-US"/>
        </a:p>
      </dgm:t>
    </dgm:pt>
    <dgm:pt modelId="{CAA62CF9-4275-47CD-B483-9A6FE53B4A93}" type="sibTrans" cxnId="{AB6B061B-A274-46AE-9783-DF87C70D74AD}">
      <dgm:prSet/>
      <dgm:spPr/>
      <dgm:t>
        <a:bodyPr/>
        <a:lstStyle/>
        <a:p>
          <a:endParaRPr lang="en-US"/>
        </a:p>
      </dgm:t>
    </dgm:pt>
    <dgm:pt modelId="{C13AD4F7-6598-433C-96BE-FD2328FEB263}">
      <dgm:prSet phldrT="[Text]" custT="1"/>
      <dgm:spPr>
        <a:solidFill>
          <a:srgbClr val="00C782"/>
        </a:solidFill>
      </dgm:spPr>
      <dgm:t>
        <a:bodyPr/>
        <a:lstStyle/>
        <a:p>
          <a:r>
            <a:rPr lang="en-US" sz="2000" b="1"/>
            <a:t>Sales and initiatives</a:t>
          </a:r>
        </a:p>
      </dgm:t>
    </dgm:pt>
    <dgm:pt modelId="{147D541D-8EBD-416D-B105-85DC6C8F0E7A}" type="parTrans" cxnId="{B6F47F77-59EC-4B8A-90E6-7D50DC03350F}">
      <dgm:prSet/>
      <dgm:spPr/>
      <dgm:t>
        <a:bodyPr/>
        <a:lstStyle/>
        <a:p>
          <a:endParaRPr lang="en-US"/>
        </a:p>
      </dgm:t>
    </dgm:pt>
    <dgm:pt modelId="{402C0242-6CD2-4C8C-9F7A-18FEF73FDF66}" type="sibTrans" cxnId="{B6F47F77-59EC-4B8A-90E6-7D50DC03350F}">
      <dgm:prSet/>
      <dgm:spPr/>
      <dgm:t>
        <a:bodyPr/>
        <a:lstStyle/>
        <a:p>
          <a:endParaRPr lang="en-US"/>
        </a:p>
      </dgm:t>
    </dgm:pt>
    <dgm:pt modelId="{63D6C621-C277-442E-B340-D1A3D3F5C5BE}">
      <dgm:prSet phldrT="[Text]" custT="1"/>
      <dgm:spPr>
        <a:solidFill>
          <a:srgbClr val="D5FCAB"/>
        </a:solidFill>
      </dgm:spPr>
      <dgm:t>
        <a:bodyPr/>
        <a:lstStyle/>
        <a:p>
          <a:r>
            <a:rPr lang="en-US" sz="1200"/>
            <a:t>Offering occasional deals like 24 hr. access to all content to everyone or making use of festive seasons to provide deals for more conversions</a:t>
          </a:r>
        </a:p>
      </dgm:t>
    </dgm:pt>
    <dgm:pt modelId="{11454470-CEFA-4A4D-B68E-13C5435CECBA}" type="parTrans" cxnId="{27D0886C-087D-4B91-A611-75C85671039F}">
      <dgm:prSet/>
      <dgm:spPr/>
      <dgm:t>
        <a:bodyPr/>
        <a:lstStyle/>
        <a:p>
          <a:endParaRPr lang="en-US"/>
        </a:p>
      </dgm:t>
    </dgm:pt>
    <dgm:pt modelId="{BFF4ED24-4F9C-45DD-9F56-366B1198928B}" type="sibTrans" cxnId="{27D0886C-087D-4B91-A611-75C85671039F}">
      <dgm:prSet/>
      <dgm:spPr/>
      <dgm:t>
        <a:bodyPr/>
        <a:lstStyle/>
        <a:p>
          <a:endParaRPr lang="en-US"/>
        </a:p>
      </dgm:t>
    </dgm:pt>
    <dgm:pt modelId="{B24D4F1B-0496-4EAA-B97F-AE426861B22F}">
      <dgm:prSet phldrT="[Text]" custT="1"/>
      <dgm:spPr>
        <a:solidFill>
          <a:srgbClr val="D5FCAB"/>
        </a:solidFill>
      </dgm:spPr>
      <dgm:t>
        <a:bodyPr/>
        <a:lstStyle/>
        <a:p>
          <a:r>
            <a:rPr lang="en-US" sz="1200"/>
            <a:t>Adds another premium userbase to the set of already existing who primarily purchased a data service and additionally got the benefit of an OTT platform.</a:t>
          </a:r>
        </a:p>
      </dgm:t>
    </dgm:pt>
    <dgm:pt modelId="{A64C74B2-C54A-4E27-9D52-329ED98DC16E}" type="parTrans" cxnId="{C24457DE-7D32-49AB-9B33-90C2A500C509}">
      <dgm:prSet/>
      <dgm:spPr/>
      <dgm:t>
        <a:bodyPr/>
        <a:lstStyle/>
        <a:p>
          <a:endParaRPr lang="en-US"/>
        </a:p>
      </dgm:t>
    </dgm:pt>
    <dgm:pt modelId="{D22210C5-3D5C-4577-B512-B0B7EBF8E231}" type="sibTrans" cxnId="{C24457DE-7D32-49AB-9B33-90C2A500C509}">
      <dgm:prSet/>
      <dgm:spPr/>
      <dgm:t>
        <a:bodyPr/>
        <a:lstStyle/>
        <a:p>
          <a:endParaRPr lang="en-US"/>
        </a:p>
      </dgm:t>
    </dgm:pt>
    <dgm:pt modelId="{7AC0BF38-1426-4575-8655-8AF5CC3CA962}" type="pres">
      <dgm:prSet presAssocID="{685AD8DB-DDD2-4C0F-B649-4DDDBF8F405D}" presName="linear" presStyleCnt="0">
        <dgm:presLayoutVars>
          <dgm:animLvl val="lvl"/>
          <dgm:resizeHandles val="exact"/>
        </dgm:presLayoutVars>
      </dgm:prSet>
      <dgm:spPr/>
    </dgm:pt>
    <dgm:pt modelId="{0DE9FA81-A2E6-4FB7-A809-2EE518F05C43}" type="pres">
      <dgm:prSet presAssocID="{53E43666-CC25-4850-9D64-F2CDDA2B6A42}" presName="parentText" presStyleLbl="node1" presStyleIdx="0" presStyleCnt="2" custScaleX="99681" custScaleY="52629" custLinFactNeighborX="119" custLinFactNeighborY="-26202">
        <dgm:presLayoutVars>
          <dgm:chMax val="0"/>
          <dgm:bulletEnabled val="1"/>
        </dgm:presLayoutVars>
      </dgm:prSet>
      <dgm:spPr/>
    </dgm:pt>
    <dgm:pt modelId="{F802AB40-1AD6-4DFD-9F87-600004DD5FCE}" type="pres">
      <dgm:prSet presAssocID="{53E43666-CC25-4850-9D64-F2CDDA2B6A42}" presName="childText" presStyleLbl="revTx" presStyleIdx="0" presStyleCnt="2" custScaleY="78931" custLinFactNeighborX="526" custLinFactNeighborY="-26671">
        <dgm:presLayoutVars>
          <dgm:bulletEnabled val="1"/>
        </dgm:presLayoutVars>
      </dgm:prSet>
      <dgm:spPr/>
    </dgm:pt>
    <dgm:pt modelId="{E043D438-FD7C-46D2-85A6-896B8CB2FC11}" type="pres">
      <dgm:prSet presAssocID="{C13AD4F7-6598-433C-96BE-FD2328FEB263}" presName="parentText" presStyleLbl="node1" presStyleIdx="1" presStyleCnt="2" custScaleY="49429" custLinFactNeighborX="13" custLinFactNeighborY="-28761">
        <dgm:presLayoutVars>
          <dgm:chMax val="0"/>
          <dgm:bulletEnabled val="1"/>
        </dgm:presLayoutVars>
      </dgm:prSet>
      <dgm:spPr/>
    </dgm:pt>
    <dgm:pt modelId="{B404F63A-9139-482F-A4E4-971DE83CCEBC}" type="pres">
      <dgm:prSet presAssocID="{C13AD4F7-6598-433C-96BE-FD2328FEB263}" presName="childText" presStyleLbl="revTx" presStyleIdx="1" presStyleCnt="2" custScaleY="55166" custLinFactNeighborX="183" custLinFactNeighborY="-28803">
        <dgm:presLayoutVars>
          <dgm:bulletEnabled val="1"/>
        </dgm:presLayoutVars>
      </dgm:prSet>
      <dgm:spPr/>
    </dgm:pt>
  </dgm:ptLst>
  <dgm:cxnLst>
    <dgm:cxn modelId="{4464C10F-E3D2-41E4-A760-3ECBEFACFE52}" type="presOf" srcId="{685AD8DB-DDD2-4C0F-B649-4DDDBF8F405D}" destId="{7AC0BF38-1426-4575-8655-8AF5CC3CA962}" srcOrd="0" destOrd="0" presId="urn:microsoft.com/office/officeart/2005/8/layout/vList2"/>
    <dgm:cxn modelId="{AB6B061B-A274-46AE-9783-DF87C70D74AD}" srcId="{53E43666-CC25-4850-9D64-F2CDDA2B6A42}" destId="{B4677331-39DA-49AC-9345-D60A75B89A78}" srcOrd="0" destOrd="0" parTransId="{70089B2A-14B7-4AAB-91F8-E12CB2E69DD9}" sibTransId="{CAA62CF9-4275-47CD-B483-9A6FE53B4A93}"/>
    <dgm:cxn modelId="{4253D928-971D-44CC-8603-982A6538AC58}" type="presOf" srcId="{B4677331-39DA-49AC-9345-D60A75B89A78}" destId="{F802AB40-1AD6-4DFD-9F87-600004DD5FCE}" srcOrd="0" destOrd="0" presId="urn:microsoft.com/office/officeart/2005/8/layout/vList2"/>
    <dgm:cxn modelId="{27D0886C-087D-4B91-A611-75C85671039F}" srcId="{C13AD4F7-6598-433C-96BE-FD2328FEB263}" destId="{63D6C621-C277-442E-B340-D1A3D3F5C5BE}" srcOrd="0" destOrd="0" parTransId="{11454470-CEFA-4A4D-B68E-13C5435CECBA}" sibTransId="{BFF4ED24-4F9C-45DD-9F56-366B1198928B}"/>
    <dgm:cxn modelId="{7CD65B6D-1531-447B-B934-F257FDB2E526}" srcId="{685AD8DB-DDD2-4C0F-B649-4DDDBF8F405D}" destId="{53E43666-CC25-4850-9D64-F2CDDA2B6A42}" srcOrd="0" destOrd="0" parTransId="{66C845A9-7D2A-4D53-90A4-8B063BF9A917}" sibTransId="{0C7C5D27-7B30-4B4D-A541-FF03EB2E3BD5}"/>
    <dgm:cxn modelId="{B6F47F77-59EC-4B8A-90E6-7D50DC03350F}" srcId="{685AD8DB-DDD2-4C0F-B649-4DDDBF8F405D}" destId="{C13AD4F7-6598-433C-96BE-FD2328FEB263}" srcOrd="1" destOrd="0" parTransId="{147D541D-8EBD-416D-B105-85DC6C8F0E7A}" sibTransId="{402C0242-6CD2-4C8C-9F7A-18FEF73FDF66}"/>
    <dgm:cxn modelId="{3C29E379-848D-496B-8F6A-B577C123470A}" type="presOf" srcId="{53E43666-CC25-4850-9D64-F2CDDA2B6A42}" destId="{0DE9FA81-A2E6-4FB7-A809-2EE518F05C43}" srcOrd="0" destOrd="0" presId="urn:microsoft.com/office/officeart/2005/8/layout/vList2"/>
    <dgm:cxn modelId="{F8F4B8C1-0AAC-4FA4-B7FB-8D845F539F10}" type="presOf" srcId="{B24D4F1B-0496-4EAA-B97F-AE426861B22F}" destId="{F802AB40-1AD6-4DFD-9F87-600004DD5FCE}" srcOrd="0" destOrd="1" presId="urn:microsoft.com/office/officeart/2005/8/layout/vList2"/>
    <dgm:cxn modelId="{5C221AC5-2A55-4CCB-915B-D0EE5DCC9CB8}" type="presOf" srcId="{63D6C621-C277-442E-B340-D1A3D3F5C5BE}" destId="{B404F63A-9139-482F-A4E4-971DE83CCEBC}" srcOrd="0" destOrd="0" presId="urn:microsoft.com/office/officeart/2005/8/layout/vList2"/>
    <dgm:cxn modelId="{C24457DE-7D32-49AB-9B33-90C2A500C509}" srcId="{53E43666-CC25-4850-9D64-F2CDDA2B6A42}" destId="{B24D4F1B-0496-4EAA-B97F-AE426861B22F}" srcOrd="1" destOrd="0" parTransId="{A64C74B2-C54A-4E27-9D52-329ED98DC16E}" sibTransId="{D22210C5-3D5C-4577-B512-B0B7EBF8E231}"/>
    <dgm:cxn modelId="{582382F7-5574-4A1D-B5BB-9FB064E4C9F9}" type="presOf" srcId="{C13AD4F7-6598-433C-96BE-FD2328FEB263}" destId="{E043D438-FD7C-46D2-85A6-896B8CB2FC11}" srcOrd="0" destOrd="0" presId="urn:microsoft.com/office/officeart/2005/8/layout/vList2"/>
    <dgm:cxn modelId="{DE5C6B0D-82B1-4555-A334-FFB49A434C53}" type="presParOf" srcId="{7AC0BF38-1426-4575-8655-8AF5CC3CA962}" destId="{0DE9FA81-A2E6-4FB7-A809-2EE518F05C43}" srcOrd="0" destOrd="0" presId="urn:microsoft.com/office/officeart/2005/8/layout/vList2"/>
    <dgm:cxn modelId="{EC89C2C7-CFF3-4557-B0AF-F0A1AFEC4624}" type="presParOf" srcId="{7AC0BF38-1426-4575-8655-8AF5CC3CA962}" destId="{F802AB40-1AD6-4DFD-9F87-600004DD5FCE}" srcOrd="1" destOrd="0" presId="urn:microsoft.com/office/officeart/2005/8/layout/vList2"/>
    <dgm:cxn modelId="{29B841D6-30A8-480F-8CDA-CFDCB1877B30}" type="presParOf" srcId="{7AC0BF38-1426-4575-8655-8AF5CC3CA962}" destId="{E043D438-FD7C-46D2-85A6-896B8CB2FC11}" srcOrd="2" destOrd="0" presId="urn:microsoft.com/office/officeart/2005/8/layout/vList2"/>
    <dgm:cxn modelId="{FE004086-5CAD-4719-80CF-69D97230903A}" type="presParOf" srcId="{7AC0BF38-1426-4575-8655-8AF5CC3CA962}" destId="{B404F63A-9139-482F-A4E4-971DE83CCEBC}"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E9FA81-A2E6-4FB7-A809-2EE518F05C43}">
      <dsp:nvSpPr>
        <dsp:cNvPr id="0" name=""/>
        <dsp:cNvSpPr/>
      </dsp:nvSpPr>
      <dsp:spPr>
        <a:xfrm>
          <a:off x="12959" y="82666"/>
          <a:ext cx="4638630" cy="640389"/>
        </a:xfrm>
        <a:prstGeom prst="roundRect">
          <a:avLst/>
        </a:prstGeom>
        <a:solidFill>
          <a:srgbClr val="00C78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1" kern="1200"/>
            <a:t>Tie-ups with data </a:t>
          </a:r>
          <a:r>
            <a:rPr lang="en-US" sz="2000" b="1" kern="1200">
              <a:latin typeface="Arial"/>
            </a:rPr>
            <a:t>service </a:t>
          </a:r>
          <a:r>
            <a:rPr lang="en-US" sz="2000" b="1" kern="1200"/>
            <a:t>companies</a:t>
          </a:r>
        </a:p>
      </dsp:txBody>
      <dsp:txXfrm>
        <a:off x="44220" y="113927"/>
        <a:ext cx="4576108" cy="577867"/>
      </dsp:txXfrm>
    </dsp:sp>
    <dsp:sp modelId="{F802AB40-1AD6-4DFD-9F87-600004DD5FCE}">
      <dsp:nvSpPr>
        <dsp:cNvPr id="0" name=""/>
        <dsp:cNvSpPr/>
      </dsp:nvSpPr>
      <dsp:spPr>
        <a:xfrm>
          <a:off x="0" y="680562"/>
          <a:ext cx="4653475" cy="849613"/>
        </a:xfrm>
        <a:prstGeom prst="rect">
          <a:avLst/>
        </a:prstGeom>
        <a:solidFill>
          <a:srgbClr val="D5FCAB"/>
        </a:solidFill>
        <a:ln>
          <a:noFill/>
        </a:ln>
        <a:effectLst/>
      </dsp:spPr>
      <dsp:style>
        <a:lnRef idx="0">
          <a:scrgbClr r="0" g="0" b="0"/>
        </a:lnRef>
        <a:fillRef idx="0">
          <a:scrgbClr r="0" g="0" b="0"/>
        </a:fillRef>
        <a:effectRef idx="0">
          <a:scrgbClr r="0" g="0" b="0"/>
        </a:effectRef>
        <a:fontRef idx="minor"/>
      </dsp:style>
      <dsp:txBody>
        <a:bodyPr spcFirstLastPara="0" vert="horz" wrap="square" lIns="147748" tIns="15240" rIns="85344" bIns="15240" numCol="1" spcCol="1270" anchor="t" anchorCtr="0">
          <a:noAutofit/>
        </a:bodyPr>
        <a:lstStyle/>
        <a:p>
          <a:pPr marL="114300" lvl="1" indent="-114300" algn="l" defTabSz="533400">
            <a:lnSpc>
              <a:spcPct val="90000"/>
            </a:lnSpc>
            <a:spcBef>
              <a:spcPct val="0"/>
            </a:spcBef>
            <a:spcAft>
              <a:spcPct val="20000"/>
            </a:spcAft>
            <a:buChar char="•"/>
          </a:pPr>
          <a:r>
            <a:rPr lang="en-US" sz="1200" kern="1200"/>
            <a:t>Like airtel,jio offers different data plans purchased by users</a:t>
          </a:r>
        </a:p>
        <a:p>
          <a:pPr marL="114300" lvl="1" indent="-114300" algn="l" defTabSz="533400">
            <a:lnSpc>
              <a:spcPct val="90000"/>
            </a:lnSpc>
            <a:spcBef>
              <a:spcPct val="0"/>
            </a:spcBef>
            <a:spcAft>
              <a:spcPct val="20000"/>
            </a:spcAft>
            <a:buChar char="•"/>
          </a:pPr>
          <a:r>
            <a:rPr lang="en-US" sz="1200" kern="1200"/>
            <a:t>Adds another premium userbase to the set of already existing who primarily purchased a data service and additionally got the benefit of an OTT platform.</a:t>
          </a:r>
        </a:p>
      </dsp:txBody>
      <dsp:txXfrm>
        <a:off x="0" y="680562"/>
        <a:ext cx="4653475" cy="849613"/>
      </dsp:txXfrm>
    </dsp:sp>
    <dsp:sp modelId="{E043D438-FD7C-46D2-85A6-896B8CB2FC11}">
      <dsp:nvSpPr>
        <dsp:cNvPr id="0" name=""/>
        <dsp:cNvSpPr/>
      </dsp:nvSpPr>
      <dsp:spPr>
        <a:xfrm>
          <a:off x="0" y="1545124"/>
          <a:ext cx="4653475" cy="601452"/>
        </a:xfrm>
        <a:prstGeom prst="roundRect">
          <a:avLst/>
        </a:prstGeom>
        <a:solidFill>
          <a:srgbClr val="00C78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Sales and initiatives</a:t>
          </a:r>
        </a:p>
      </dsp:txBody>
      <dsp:txXfrm>
        <a:off x="29360" y="1574484"/>
        <a:ext cx="4594755" cy="542732"/>
      </dsp:txXfrm>
    </dsp:sp>
    <dsp:sp modelId="{B404F63A-9139-482F-A4E4-971DE83CCEBC}">
      <dsp:nvSpPr>
        <dsp:cNvPr id="0" name=""/>
        <dsp:cNvSpPr/>
      </dsp:nvSpPr>
      <dsp:spPr>
        <a:xfrm>
          <a:off x="0" y="2105685"/>
          <a:ext cx="4653475" cy="593806"/>
        </a:xfrm>
        <a:prstGeom prst="rect">
          <a:avLst/>
        </a:prstGeom>
        <a:solidFill>
          <a:srgbClr val="D5FCAB"/>
        </a:solidFill>
        <a:ln>
          <a:noFill/>
        </a:ln>
        <a:effectLst/>
      </dsp:spPr>
      <dsp:style>
        <a:lnRef idx="0">
          <a:scrgbClr r="0" g="0" b="0"/>
        </a:lnRef>
        <a:fillRef idx="0">
          <a:scrgbClr r="0" g="0" b="0"/>
        </a:fillRef>
        <a:effectRef idx="0">
          <a:scrgbClr r="0" g="0" b="0"/>
        </a:effectRef>
        <a:fontRef idx="minor"/>
      </dsp:style>
      <dsp:txBody>
        <a:bodyPr spcFirstLastPara="0" vert="horz" wrap="square" lIns="147748" tIns="15240" rIns="85344" bIns="15240" numCol="1" spcCol="1270" anchor="t" anchorCtr="0">
          <a:noAutofit/>
        </a:bodyPr>
        <a:lstStyle/>
        <a:p>
          <a:pPr marL="114300" lvl="1" indent="-114300" algn="l" defTabSz="533400">
            <a:lnSpc>
              <a:spcPct val="90000"/>
            </a:lnSpc>
            <a:spcBef>
              <a:spcPct val="0"/>
            </a:spcBef>
            <a:spcAft>
              <a:spcPct val="20000"/>
            </a:spcAft>
            <a:buChar char="•"/>
          </a:pPr>
          <a:r>
            <a:rPr lang="en-US" sz="1200" kern="1200"/>
            <a:t>Offering occasional deals like 24 hr. access to all content to everyone or making use of festive seasons to provide deals for more conversions</a:t>
          </a:r>
        </a:p>
      </dsp:txBody>
      <dsp:txXfrm>
        <a:off x="0" y="2105685"/>
        <a:ext cx="4653475" cy="59380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1e8e84ca620_3_19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g1e8e84ca620_3_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1e8e84ca620_1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1e8e84ca620_1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1e8e84ca620_1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1e8e84ca620_1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1e8e84ca620_3_39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g1e8e84ca620_3_3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1e8e84ca620_3_40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g1e8e84ca620_3_4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fa993e1e66_3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fa993e1e66_3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1fa993e1e66_3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1fa993e1e66_3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fa7f0e77bc_2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fa7f0e77bc_2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jpe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230094" y="3066864"/>
            <a:ext cx="7772400" cy="49441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2400"/>
              <a:buFont typeface="Calibri"/>
              <a:buNone/>
              <a:defRPr sz="2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230094" y="3561279"/>
            <a:ext cx="6858000" cy="570674"/>
          </a:xfrm>
          <a:prstGeom prst="rect">
            <a:avLst/>
          </a:prstGeom>
          <a:noFill/>
          <a:ln>
            <a:noFill/>
          </a:ln>
        </p:spPr>
        <p:txBody>
          <a:bodyPr spcFirstLastPara="1" wrap="square" lIns="91425" tIns="45700" rIns="91425" bIns="45700" anchor="t" anchorCtr="0">
            <a:normAutofit/>
          </a:bodyPr>
          <a:lstStyle>
            <a:lvl1pPr lvl="0" algn="l">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2000"/>
              <a:buNone/>
              <a:defRPr sz="2000"/>
            </a:lvl2pPr>
            <a:lvl3pPr lvl="2" algn="ctr">
              <a:lnSpc>
                <a:spcPct val="90000"/>
              </a:lnSpc>
              <a:spcBef>
                <a:spcPts val="375"/>
              </a:spcBef>
              <a:spcAft>
                <a:spcPts val="0"/>
              </a:spcAft>
              <a:buClr>
                <a:schemeClr val="dk1"/>
              </a:buClr>
              <a:buSzPts val="1800"/>
              <a:buNone/>
              <a:defRPr sz="1800"/>
            </a:lvl3pPr>
            <a:lvl4pPr lvl="3" algn="ctr">
              <a:lnSpc>
                <a:spcPct val="90000"/>
              </a:lnSpc>
              <a:spcBef>
                <a:spcPts val="375"/>
              </a:spcBef>
              <a:spcAft>
                <a:spcPts val="0"/>
              </a:spcAft>
              <a:buClr>
                <a:schemeClr val="dk1"/>
              </a:buClr>
              <a:buSzPts val="1600"/>
              <a:buNone/>
              <a:defRPr sz="1600"/>
            </a:lvl4pPr>
            <a:lvl5pPr lvl="4" algn="ctr">
              <a:lnSpc>
                <a:spcPct val="90000"/>
              </a:lnSpc>
              <a:spcBef>
                <a:spcPts val="375"/>
              </a:spcBef>
              <a:spcAft>
                <a:spcPts val="0"/>
              </a:spcAft>
              <a:buClr>
                <a:schemeClr val="dk1"/>
              </a:buClr>
              <a:buSzPts val="1600"/>
              <a:buNone/>
              <a:defRPr sz="1600"/>
            </a:lvl5pPr>
            <a:lvl6pPr lvl="5" algn="ctr">
              <a:lnSpc>
                <a:spcPct val="90000"/>
              </a:lnSpc>
              <a:spcBef>
                <a:spcPts val="375"/>
              </a:spcBef>
              <a:spcAft>
                <a:spcPts val="0"/>
              </a:spcAft>
              <a:buClr>
                <a:schemeClr val="dk1"/>
              </a:buClr>
              <a:buSzPts val="1600"/>
              <a:buNone/>
              <a:defRPr sz="1600"/>
            </a:lvl6pPr>
            <a:lvl7pPr lvl="6" algn="ctr">
              <a:lnSpc>
                <a:spcPct val="90000"/>
              </a:lnSpc>
              <a:spcBef>
                <a:spcPts val="375"/>
              </a:spcBef>
              <a:spcAft>
                <a:spcPts val="0"/>
              </a:spcAft>
              <a:buClr>
                <a:schemeClr val="dk1"/>
              </a:buClr>
              <a:buSzPts val="1600"/>
              <a:buNone/>
              <a:defRPr sz="1600"/>
            </a:lvl7pPr>
            <a:lvl8pPr lvl="7" algn="ctr">
              <a:lnSpc>
                <a:spcPct val="90000"/>
              </a:lnSpc>
              <a:spcBef>
                <a:spcPts val="375"/>
              </a:spcBef>
              <a:spcAft>
                <a:spcPts val="0"/>
              </a:spcAft>
              <a:buClr>
                <a:schemeClr val="dk1"/>
              </a:buClr>
              <a:buSzPts val="1600"/>
              <a:buNone/>
              <a:defRPr sz="1600"/>
            </a:lvl8pPr>
            <a:lvl9pPr lvl="8" algn="ctr">
              <a:lnSpc>
                <a:spcPct val="90000"/>
              </a:lnSpc>
              <a:spcBef>
                <a:spcPts val="375"/>
              </a:spcBef>
              <a:spcAft>
                <a:spcPts val="0"/>
              </a:spcAft>
              <a:buClr>
                <a:schemeClr val="dk1"/>
              </a:buClr>
              <a:buSzPts val="1600"/>
              <a:buNone/>
              <a:defRPr sz="1600"/>
            </a:lvl9pPr>
          </a:lstStyle>
          <a:p>
            <a:endParaRPr/>
          </a:p>
        </p:txBody>
      </p:sp>
      <p:cxnSp>
        <p:nvCxnSpPr>
          <p:cNvPr id="59" name="Google Shape;59;p14"/>
          <p:cNvCxnSpPr/>
          <p:nvPr/>
        </p:nvCxnSpPr>
        <p:spPr>
          <a:xfrm rot="10800000">
            <a:off x="6751600" y="371337"/>
            <a:ext cx="1850139" cy="0"/>
          </a:xfrm>
          <a:prstGeom prst="straightConnector1">
            <a:avLst/>
          </a:prstGeom>
          <a:noFill/>
          <a:ln w="9525" cap="flat" cmpd="sng">
            <a:solidFill>
              <a:srgbClr val="00C782"/>
            </a:solidFill>
            <a:prstDash val="solid"/>
            <a:miter lim="800000"/>
            <a:headEnd type="none" w="sm" len="sm"/>
            <a:tailEnd type="none" w="sm" len="sm"/>
          </a:ln>
        </p:spPr>
      </p:cxnSp>
      <p:sp>
        <p:nvSpPr>
          <p:cNvPr id="60" name="Google Shape;60;p14"/>
          <p:cNvSpPr txBox="1">
            <a:spLocks noGrp="1"/>
          </p:cNvSpPr>
          <p:nvPr>
            <p:ph type="body" idx="2"/>
          </p:nvPr>
        </p:nvSpPr>
        <p:spPr>
          <a:xfrm>
            <a:off x="6751600" y="473565"/>
            <a:ext cx="1850139" cy="263349"/>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750"/>
              </a:spcBef>
              <a:spcAft>
                <a:spcPts val="0"/>
              </a:spcAft>
              <a:buClr>
                <a:srgbClr val="3F3F3F"/>
              </a:buClr>
              <a:buSzPts val="1200"/>
              <a:buNone/>
              <a:defRPr sz="1200" b="1">
                <a:solidFill>
                  <a:srgbClr val="3F3F3F"/>
                </a:solidFill>
              </a:defRPr>
            </a:lvl1pPr>
            <a:lvl2pPr marL="914400" lvl="1" indent="-298450" algn="l">
              <a:lnSpc>
                <a:spcPct val="90000"/>
              </a:lnSpc>
              <a:spcBef>
                <a:spcPts val="375"/>
              </a:spcBef>
              <a:spcAft>
                <a:spcPts val="0"/>
              </a:spcAft>
              <a:buClr>
                <a:schemeClr val="dk1"/>
              </a:buClr>
              <a:buSzPts val="1100"/>
              <a:buChar char="•"/>
              <a:defRPr sz="1100"/>
            </a:lvl2pPr>
            <a:lvl3pPr marL="1371600" lvl="2" indent="-295275" algn="l">
              <a:lnSpc>
                <a:spcPct val="90000"/>
              </a:lnSpc>
              <a:spcBef>
                <a:spcPts val="375"/>
              </a:spcBef>
              <a:spcAft>
                <a:spcPts val="0"/>
              </a:spcAft>
              <a:buClr>
                <a:schemeClr val="dk1"/>
              </a:buClr>
              <a:buSzPts val="1050"/>
              <a:buChar char="•"/>
              <a:defRPr sz="1050"/>
            </a:lvl3pPr>
            <a:lvl4pPr marL="1828800" lvl="3" indent="-292100" algn="l">
              <a:lnSpc>
                <a:spcPct val="90000"/>
              </a:lnSpc>
              <a:spcBef>
                <a:spcPts val="375"/>
              </a:spcBef>
              <a:spcAft>
                <a:spcPts val="0"/>
              </a:spcAft>
              <a:buClr>
                <a:schemeClr val="dk1"/>
              </a:buClr>
              <a:buSzPts val="1000"/>
              <a:buChar char="•"/>
              <a:defRPr sz="1000"/>
            </a:lvl4pPr>
            <a:lvl5pPr marL="2286000" lvl="4" indent="-292100" algn="l">
              <a:lnSpc>
                <a:spcPct val="90000"/>
              </a:lnSpc>
              <a:spcBef>
                <a:spcPts val="375"/>
              </a:spcBef>
              <a:spcAft>
                <a:spcPts val="0"/>
              </a:spcAft>
              <a:buClr>
                <a:schemeClr val="dk1"/>
              </a:buClr>
              <a:buSzPts val="1000"/>
              <a:buChar char="•"/>
              <a:defRPr sz="10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1" name="Google Shape;61;p14"/>
          <p:cNvSpPr/>
          <p:nvPr/>
        </p:nvSpPr>
        <p:spPr>
          <a:xfrm>
            <a:off x="263107" y="4828728"/>
            <a:ext cx="1637883" cy="156099"/>
          </a:xfrm>
          <a:prstGeom prst="rect">
            <a:avLst/>
          </a:prstGeom>
          <a:solidFill>
            <a:srgbClr val="00C78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62" name="Google Shape;62;p14"/>
          <p:cNvPicPr preferRelativeResize="0"/>
          <p:nvPr/>
        </p:nvPicPr>
        <p:blipFill rotWithShape="1">
          <a:blip r:embed="rId2">
            <a:alphaModFix/>
          </a:blip>
          <a:srcRect/>
          <a:stretch/>
        </p:blipFill>
        <p:spPr>
          <a:xfrm>
            <a:off x="263107" y="92138"/>
            <a:ext cx="1850139" cy="1207267"/>
          </a:xfrm>
          <a:prstGeom prst="rect">
            <a:avLst/>
          </a:prstGeom>
          <a:noFill/>
          <a:ln>
            <a:noFill/>
          </a:ln>
        </p:spPr>
      </p:pic>
      <p:sp>
        <p:nvSpPr>
          <p:cNvPr id="63" name="Google Shape;63;p14"/>
          <p:cNvSpPr txBox="1"/>
          <p:nvPr/>
        </p:nvSpPr>
        <p:spPr>
          <a:xfrm>
            <a:off x="1998266" y="4794322"/>
            <a:ext cx="207620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1" i="0" u="none" strike="noStrike" cap="none">
                <a:solidFill>
                  <a:schemeClr val="dk1"/>
                </a:solidFill>
                <a:latin typeface="Arial Black"/>
                <a:ea typeface="Arial Black"/>
                <a:cs typeface="Arial Black"/>
                <a:sym typeface="Arial Black"/>
              </a:rPr>
              <a:t>DO WELL </a:t>
            </a:r>
            <a:r>
              <a:rPr lang="en" sz="1400" b="1" i="0" u="none" strike="noStrike" cap="none">
                <a:solidFill>
                  <a:srgbClr val="00C782"/>
                </a:solidFill>
                <a:latin typeface="Arial Black"/>
                <a:ea typeface="Arial Black"/>
                <a:cs typeface="Arial Black"/>
                <a:sym typeface="Arial Black"/>
              </a:rPr>
              <a:t>DO GOOD</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64"/>
        <p:cNvGrpSpPr/>
        <p:nvPr/>
      </p:nvGrpSpPr>
      <p:grpSpPr>
        <a:xfrm>
          <a:off x="0" y="0"/>
          <a:ext cx="0" cy="0"/>
          <a:chOff x="0" y="0"/>
          <a:chExt cx="0" cy="0"/>
        </a:xfrm>
      </p:grpSpPr>
      <p:pic>
        <p:nvPicPr>
          <p:cNvPr id="65" name="Google Shape;65;p15"/>
          <p:cNvPicPr preferRelativeResize="0"/>
          <p:nvPr/>
        </p:nvPicPr>
        <p:blipFill rotWithShape="1">
          <a:blip r:embed="rId2">
            <a:alphaModFix/>
          </a:blip>
          <a:srcRect/>
          <a:stretch/>
        </p:blipFill>
        <p:spPr>
          <a:xfrm>
            <a:off x="67869" y="92659"/>
            <a:ext cx="581837" cy="457306"/>
          </a:xfrm>
          <a:prstGeom prst="rect">
            <a:avLst/>
          </a:prstGeom>
          <a:noFill/>
          <a:ln>
            <a:noFill/>
          </a:ln>
        </p:spPr>
      </p:pic>
      <p:sp>
        <p:nvSpPr>
          <p:cNvPr id="66" name="Google Shape;66;p15"/>
          <p:cNvSpPr txBox="1">
            <a:spLocks noGrp="1"/>
          </p:cNvSpPr>
          <p:nvPr>
            <p:ph type="title"/>
          </p:nvPr>
        </p:nvSpPr>
        <p:spPr>
          <a:xfrm>
            <a:off x="774423" y="114819"/>
            <a:ext cx="7802419"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sp>
        <p:nvSpPr>
          <p:cNvPr id="68" name="Google Shape;68;p15"/>
          <p:cNvSpPr txBox="1"/>
          <p:nvPr/>
        </p:nvSpPr>
        <p:spPr>
          <a:xfrm>
            <a:off x="3570289" y="4961209"/>
            <a:ext cx="2318263"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800">
                <a:solidFill>
                  <a:srgbClr val="262626"/>
                </a:solidFill>
                <a:latin typeface="Calibri"/>
                <a:ea typeface="Calibri"/>
                <a:cs typeface="Calibri"/>
                <a:sym typeface="Calibri"/>
              </a:rPr>
              <a:t>Copyright ©2019 ShARE. All Rights Reserved </a:t>
            </a:r>
            <a:endParaRPr/>
          </a:p>
        </p:txBody>
      </p:sp>
      <p:sp>
        <p:nvSpPr>
          <p:cNvPr id="69" name="Google Shape;69;p15"/>
          <p:cNvSpPr txBox="1">
            <a:spLocks noGrp="1"/>
          </p:cNvSpPr>
          <p:nvPr>
            <p:ph type="body" idx="1"/>
          </p:nvPr>
        </p:nvSpPr>
        <p:spPr>
          <a:xfrm>
            <a:off x="22073" y="4972583"/>
            <a:ext cx="3872193" cy="1547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800"/>
              <a:buNone/>
              <a:defRPr sz="800"/>
            </a:lvl1pPr>
            <a:lvl2pPr marL="914400" lvl="1" indent="-279400" algn="l">
              <a:lnSpc>
                <a:spcPct val="90000"/>
              </a:lnSpc>
              <a:spcBef>
                <a:spcPts val="375"/>
              </a:spcBef>
              <a:spcAft>
                <a:spcPts val="0"/>
              </a:spcAft>
              <a:buClr>
                <a:schemeClr val="dk1"/>
              </a:buClr>
              <a:buSzPts val="800"/>
              <a:buChar char="•"/>
              <a:defRPr sz="800"/>
            </a:lvl2pPr>
            <a:lvl3pPr marL="1371600" lvl="2" indent="-279400" algn="l">
              <a:lnSpc>
                <a:spcPct val="90000"/>
              </a:lnSpc>
              <a:spcBef>
                <a:spcPts val="375"/>
              </a:spcBef>
              <a:spcAft>
                <a:spcPts val="0"/>
              </a:spcAft>
              <a:buClr>
                <a:schemeClr val="dk1"/>
              </a:buClr>
              <a:buSzPts val="800"/>
              <a:buChar char="•"/>
              <a:defRPr sz="800"/>
            </a:lvl3pPr>
            <a:lvl4pPr marL="1828800" lvl="3" indent="-279400" algn="l">
              <a:lnSpc>
                <a:spcPct val="90000"/>
              </a:lnSpc>
              <a:spcBef>
                <a:spcPts val="375"/>
              </a:spcBef>
              <a:spcAft>
                <a:spcPts val="0"/>
              </a:spcAft>
              <a:buClr>
                <a:schemeClr val="dk1"/>
              </a:buClr>
              <a:buSzPts val="800"/>
              <a:buChar char="•"/>
              <a:defRPr sz="800"/>
            </a:lvl4pPr>
            <a:lvl5pPr marL="2286000" lvl="4" indent="-279400" algn="l">
              <a:lnSpc>
                <a:spcPct val="90000"/>
              </a:lnSpc>
              <a:spcBef>
                <a:spcPts val="375"/>
              </a:spcBef>
              <a:spcAft>
                <a:spcPts val="0"/>
              </a:spcAft>
              <a:buClr>
                <a:schemeClr val="dk1"/>
              </a:buClr>
              <a:buSzPts val="800"/>
              <a:buChar char="•"/>
              <a:defRPr sz="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0" name="Google Shape;70;p15"/>
          <p:cNvSpPr txBox="1">
            <a:spLocks noGrp="1"/>
          </p:cNvSpPr>
          <p:nvPr>
            <p:ph type="body" idx="2"/>
          </p:nvPr>
        </p:nvSpPr>
        <p:spPr>
          <a:xfrm>
            <a:off x="774423" y="1424112"/>
            <a:ext cx="7802419" cy="2827849"/>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750"/>
              </a:spcBef>
              <a:spcAft>
                <a:spcPts val="0"/>
              </a:spcAft>
              <a:buClr>
                <a:srgbClr val="00C782"/>
              </a:buClr>
              <a:buSzPts val="1400"/>
              <a:buChar char="•"/>
              <a:defRPr sz="1400" b="1"/>
            </a:lvl1pPr>
            <a:lvl2pPr marL="914400" lvl="1" indent="-317500" algn="l">
              <a:lnSpc>
                <a:spcPct val="90000"/>
              </a:lnSpc>
              <a:spcBef>
                <a:spcPts val="375"/>
              </a:spcBef>
              <a:spcAft>
                <a:spcPts val="0"/>
              </a:spcAft>
              <a:buClr>
                <a:srgbClr val="00C782"/>
              </a:buClr>
              <a:buSzPts val="1400"/>
              <a:buFont typeface="Arial"/>
              <a:buChar char="-"/>
              <a:defRPr sz="1400"/>
            </a:lvl2pPr>
            <a:lvl3pPr marL="1371600" lvl="2" indent="-317500" algn="l">
              <a:lnSpc>
                <a:spcPct val="90000"/>
              </a:lnSpc>
              <a:spcBef>
                <a:spcPts val="375"/>
              </a:spcBef>
              <a:spcAft>
                <a:spcPts val="0"/>
              </a:spcAft>
              <a:buClr>
                <a:schemeClr val="dk1"/>
              </a:buClr>
              <a:buSzPts val="1400"/>
              <a:buChar char="•"/>
              <a:defRPr sz="1400"/>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sub-messages">
  <p:cSld name="Title and two sub-messages">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774422" y="114819"/>
            <a:ext cx="8069180"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6"/>
          <p:cNvSpPr txBox="1">
            <a:spLocks noGrp="1"/>
          </p:cNvSpPr>
          <p:nvPr>
            <p:ph type="body" idx="1"/>
          </p:nvPr>
        </p:nvSpPr>
        <p:spPr>
          <a:xfrm>
            <a:off x="774701" y="1920241"/>
            <a:ext cx="3725100" cy="2691000"/>
          </a:xfrm>
          <a:prstGeom prst="rect">
            <a:avLst/>
          </a:prstGeom>
          <a:noFill/>
          <a:ln>
            <a:noFill/>
          </a:ln>
        </p:spPr>
        <p:txBody>
          <a:bodyPr spcFirstLastPara="1" wrap="square" lIns="91425" tIns="45700" rIns="91425" bIns="45700" anchor="t" anchorCtr="0">
            <a:normAutofit/>
          </a:bodyPr>
          <a:lstStyle>
            <a:lvl1pPr marL="457200" lvl="0" indent="-304800" algn="l">
              <a:spcBef>
                <a:spcPts val="0"/>
              </a:spcBef>
              <a:spcAft>
                <a:spcPts val="0"/>
              </a:spcAft>
              <a:buClr>
                <a:srgbClr val="00C782"/>
              </a:buClr>
              <a:buSzPts val="1200"/>
              <a:buChar char="•"/>
              <a:defRPr sz="1400" b="1"/>
            </a:lvl1pPr>
            <a:lvl2pPr marL="914400" lvl="1" indent="-304800" algn="l">
              <a:spcBef>
                <a:spcPts val="100"/>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4" name="Google Shape;74;p16"/>
          <p:cNvSpPr txBox="1">
            <a:spLocks noGrp="1"/>
          </p:cNvSpPr>
          <p:nvPr>
            <p:ph type="body" idx="2"/>
          </p:nvPr>
        </p:nvSpPr>
        <p:spPr>
          <a:xfrm>
            <a:off x="22073" y="4972583"/>
            <a:ext cx="3872193" cy="1547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800"/>
              <a:buNone/>
              <a:defRPr sz="800"/>
            </a:lvl1pPr>
            <a:lvl2pPr marL="914400" lvl="1" indent="-279400" algn="l">
              <a:lnSpc>
                <a:spcPct val="90000"/>
              </a:lnSpc>
              <a:spcBef>
                <a:spcPts val="375"/>
              </a:spcBef>
              <a:spcAft>
                <a:spcPts val="0"/>
              </a:spcAft>
              <a:buClr>
                <a:schemeClr val="dk1"/>
              </a:buClr>
              <a:buSzPts val="800"/>
              <a:buChar char="•"/>
              <a:defRPr sz="800"/>
            </a:lvl2pPr>
            <a:lvl3pPr marL="1371600" lvl="2" indent="-279400" algn="l">
              <a:lnSpc>
                <a:spcPct val="90000"/>
              </a:lnSpc>
              <a:spcBef>
                <a:spcPts val="375"/>
              </a:spcBef>
              <a:spcAft>
                <a:spcPts val="0"/>
              </a:spcAft>
              <a:buClr>
                <a:schemeClr val="dk1"/>
              </a:buClr>
              <a:buSzPts val="800"/>
              <a:buChar char="•"/>
              <a:defRPr sz="800"/>
            </a:lvl3pPr>
            <a:lvl4pPr marL="1828800" lvl="3" indent="-279400" algn="l">
              <a:lnSpc>
                <a:spcPct val="90000"/>
              </a:lnSpc>
              <a:spcBef>
                <a:spcPts val="375"/>
              </a:spcBef>
              <a:spcAft>
                <a:spcPts val="0"/>
              </a:spcAft>
              <a:buClr>
                <a:schemeClr val="dk1"/>
              </a:buClr>
              <a:buSzPts val="800"/>
              <a:buChar char="•"/>
              <a:defRPr sz="800"/>
            </a:lvl4pPr>
            <a:lvl5pPr marL="2286000" lvl="4" indent="-279400" algn="l">
              <a:lnSpc>
                <a:spcPct val="90000"/>
              </a:lnSpc>
              <a:spcBef>
                <a:spcPts val="375"/>
              </a:spcBef>
              <a:spcAft>
                <a:spcPts val="0"/>
              </a:spcAft>
              <a:buClr>
                <a:schemeClr val="dk1"/>
              </a:buClr>
              <a:buSzPts val="800"/>
              <a:buChar char="•"/>
              <a:defRPr sz="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6"/>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sp>
        <p:nvSpPr>
          <p:cNvPr id="76" name="Google Shape;76;p16"/>
          <p:cNvSpPr txBox="1">
            <a:spLocks noGrp="1"/>
          </p:cNvSpPr>
          <p:nvPr>
            <p:ph type="body" idx="3"/>
          </p:nvPr>
        </p:nvSpPr>
        <p:spPr>
          <a:xfrm>
            <a:off x="774701" y="1355824"/>
            <a:ext cx="3725111" cy="332959"/>
          </a:xfrm>
          <a:prstGeom prst="rect">
            <a:avLst/>
          </a:prstGeom>
          <a:noFill/>
          <a:ln w="9525" cap="flat" cmpd="dbl">
            <a:solidFill>
              <a:schemeClr val="lt1"/>
            </a:solidFill>
            <a:prstDash val="solid"/>
            <a:round/>
            <a:headEnd type="none" w="sm" len="sm"/>
            <a:tailEnd type="none" w="sm" len="sm"/>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00C782"/>
              </a:buClr>
              <a:buSzPts val="1200"/>
              <a:buNone/>
              <a:defRPr sz="1200" b="1"/>
            </a:lvl1pPr>
            <a:lvl2pPr marL="914400" lvl="1" indent="-228600" algn="l">
              <a:lnSpc>
                <a:spcPct val="90000"/>
              </a:lnSpc>
              <a:spcBef>
                <a:spcPts val="375"/>
              </a:spcBef>
              <a:spcAft>
                <a:spcPts val="0"/>
              </a:spcAft>
              <a:buClr>
                <a:srgbClr val="00C782"/>
              </a:buClr>
              <a:buSzPts val="1200"/>
              <a:buFont typeface="Arial"/>
              <a:buNone/>
              <a:defRPr sz="1200" b="1"/>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16"/>
          <p:cNvSpPr txBox="1">
            <a:spLocks noGrp="1"/>
          </p:cNvSpPr>
          <p:nvPr>
            <p:ph type="body" idx="4"/>
          </p:nvPr>
        </p:nvSpPr>
        <p:spPr>
          <a:xfrm>
            <a:off x="4809012" y="1355824"/>
            <a:ext cx="3725111" cy="332959"/>
          </a:xfrm>
          <a:prstGeom prst="rect">
            <a:avLst/>
          </a:prstGeom>
          <a:noFill/>
          <a:ln w="9525" cap="flat" cmpd="dbl">
            <a:solidFill>
              <a:schemeClr val="lt1"/>
            </a:solidFill>
            <a:prstDash val="solid"/>
            <a:round/>
            <a:headEnd type="none" w="sm" len="sm"/>
            <a:tailEnd type="none" w="sm" len="sm"/>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00C782"/>
              </a:buClr>
              <a:buSzPts val="1200"/>
              <a:buNone/>
              <a:defRPr sz="1200" b="1"/>
            </a:lvl1pPr>
            <a:lvl2pPr marL="914400" lvl="1" indent="-228600" algn="l">
              <a:lnSpc>
                <a:spcPct val="90000"/>
              </a:lnSpc>
              <a:spcBef>
                <a:spcPts val="375"/>
              </a:spcBef>
              <a:spcAft>
                <a:spcPts val="0"/>
              </a:spcAft>
              <a:buClr>
                <a:srgbClr val="00C782"/>
              </a:buClr>
              <a:buSzPts val="1200"/>
              <a:buFont typeface="Arial"/>
              <a:buNone/>
              <a:defRPr sz="1200" b="1"/>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8" name="Google Shape;78;p16"/>
          <p:cNvSpPr txBox="1">
            <a:spLocks noGrp="1"/>
          </p:cNvSpPr>
          <p:nvPr>
            <p:ph type="body" idx="5"/>
          </p:nvPr>
        </p:nvSpPr>
        <p:spPr>
          <a:xfrm>
            <a:off x="4809012" y="1920241"/>
            <a:ext cx="3725111" cy="2691050"/>
          </a:xfrm>
          <a:prstGeom prst="rect">
            <a:avLst/>
          </a:prstGeom>
          <a:noFill/>
          <a:ln>
            <a:noFill/>
          </a:ln>
        </p:spPr>
        <p:txBody>
          <a:bodyPr spcFirstLastPara="1" wrap="square" lIns="91425" tIns="45700" rIns="91425" bIns="45700" anchor="t" anchorCtr="0">
            <a:normAutofit/>
          </a:bodyPr>
          <a:lstStyle>
            <a:lvl1pPr marL="457200" lvl="0" indent="-304800" algn="l">
              <a:lnSpc>
                <a:spcPct val="90000"/>
              </a:lnSpc>
              <a:spcBef>
                <a:spcPts val="750"/>
              </a:spcBef>
              <a:spcAft>
                <a:spcPts val="0"/>
              </a:spcAft>
              <a:buClr>
                <a:schemeClr val="dk1"/>
              </a:buClr>
              <a:buSzPts val="1200"/>
              <a:buChar char="•"/>
              <a:defRPr sz="1200" b="1"/>
            </a:lvl1pPr>
            <a:lvl2pPr marL="914400" lvl="1" indent="-304800" algn="l">
              <a:lnSpc>
                <a:spcPct val="90000"/>
              </a:lnSpc>
              <a:spcBef>
                <a:spcPts val="375"/>
              </a:spcBef>
              <a:spcAft>
                <a:spcPts val="0"/>
              </a:spcAft>
              <a:buClr>
                <a:schemeClr val="dk1"/>
              </a:buClr>
              <a:buSzPts val="1200"/>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pic>
        <p:nvPicPr>
          <p:cNvPr id="79" name="Google Shape;79;p16"/>
          <p:cNvPicPr preferRelativeResize="0"/>
          <p:nvPr/>
        </p:nvPicPr>
        <p:blipFill rotWithShape="1">
          <a:blip r:embed="rId2">
            <a:alphaModFix/>
          </a:blip>
          <a:srcRect/>
          <a:stretch/>
        </p:blipFill>
        <p:spPr>
          <a:xfrm>
            <a:off x="67869" y="92659"/>
            <a:ext cx="581837" cy="45730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0"/>
        <p:cNvGrpSpPr/>
        <p:nvPr/>
      </p:nvGrpSpPr>
      <p:grpSpPr>
        <a:xfrm>
          <a:off x="0" y="0"/>
          <a:ext cx="0" cy="0"/>
          <a:chOff x="0" y="0"/>
          <a:chExt cx="0" cy="0"/>
        </a:xfrm>
      </p:grpSpPr>
      <p:sp>
        <p:nvSpPr>
          <p:cNvPr id="81" name="Google Shape;81;p17"/>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7"/>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83" name="Google Shape;83;p1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6"/>
        <p:cNvGrpSpPr/>
        <p:nvPr/>
      </p:nvGrpSpPr>
      <p:grpSpPr>
        <a:xfrm>
          <a:off x="0" y="0"/>
          <a:ext cx="0" cy="0"/>
          <a:chOff x="0" y="0"/>
          <a:chExt cx="0" cy="0"/>
        </a:xfrm>
      </p:grpSpPr>
      <p:sp>
        <p:nvSpPr>
          <p:cNvPr id="87" name="Google Shape;87;p18"/>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8"/>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9" name="Google Shape;89;p1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9"/>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95" name="Google Shape;95;p1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20"/>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1" name="Google Shape;101;p20"/>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2" name="Google Shape;102;p2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2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21"/>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08" name="Google Shape;108;p21"/>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9" name="Google Shape;109;p21"/>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10" name="Google Shape;110;p21"/>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1" name="Google Shape;111;p2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4"/>
        <p:cNvGrpSpPr/>
        <p:nvPr/>
      </p:nvGrpSpPr>
      <p:grpSpPr>
        <a:xfrm>
          <a:off x="0" y="0"/>
          <a:ext cx="0" cy="0"/>
          <a:chOff x="0" y="0"/>
          <a:chExt cx="0" cy="0"/>
        </a:xfrm>
      </p:grpSpPr>
      <p:sp>
        <p:nvSpPr>
          <p:cNvPr id="115" name="Google Shape;115;p22"/>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2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9"/>
        <p:cNvGrpSpPr/>
        <p:nvPr/>
      </p:nvGrpSpPr>
      <p:grpSpPr>
        <a:xfrm>
          <a:off x="0" y="0"/>
          <a:ext cx="0" cy="0"/>
          <a:chOff x="0" y="0"/>
          <a:chExt cx="0" cy="0"/>
        </a:xfrm>
      </p:grpSpPr>
      <p:sp>
        <p:nvSpPr>
          <p:cNvPr id="120" name="Google Shape;120;p2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5" name="Google Shape;125;p24"/>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126" name="Google Shape;126;p24"/>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27" name="Google Shape;127;p2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2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2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0"/>
        <p:cNvGrpSpPr/>
        <p:nvPr/>
      </p:nvGrpSpPr>
      <p:grpSpPr>
        <a:xfrm>
          <a:off x="0" y="0"/>
          <a:ext cx="0" cy="0"/>
          <a:chOff x="0" y="0"/>
          <a:chExt cx="0" cy="0"/>
        </a:xfrm>
      </p:grpSpPr>
      <p:sp>
        <p:nvSpPr>
          <p:cNvPr id="131" name="Google Shape;131;p25"/>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2" name="Google Shape;132;p25"/>
          <p:cNvSpPr>
            <a:spLocks noGrp="1"/>
          </p:cNvSpPr>
          <p:nvPr>
            <p:ph type="pic" idx="2"/>
          </p:nvPr>
        </p:nvSpPr>
        <p:spPr>
          <a:xfrm>
            <a:off x="3887391" y="740569"/>
            <a:ext cx="4629150" cy="3655219"/>
          </a:xfrm>
          <a:prstGeom prst="rect">
            <a:avLst/>
          </a:prstGeom>
          <a:noFill/>
          <a:ln>
            <a:noFill/>
          </a:ln>
        </p:spPr>
      </p:sp>
      <p:sp>
        <p:nvSpPr>
          <p:cNvPr id="133" name="Google Shape;133;p25"/>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34" name="Google Shape;134;p2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2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7"/>
        <p:cNvGrpSpPr/>
        <p:nvPr/>
      </p:nvGrpSpPr>
      <p:grpSpPr>
        <a:xfrm>
          <a:off x="0" y="0"/>
          <a:ext cx="0" cy="0"/>
          <a:chOff x="0" y="0"/>
          <a:chExt cx="0" cy="0"/>
        </a:xfrm>
      </p:grpSpPr>
      <p:sp>
        <p:nvSpPr>
          <p:cNvPr id="138" name="Google Shape;138;p2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26"/>
          <p:cNvSpPr txBox="1">
            <a:spLocks noGrp="1"/>
          </p:cNvSpPr>
          <p:nvPr>
            <p:ph type="body" idx="1"/>
          </p:nvPr>
        </p:nvSpPr>
        <p:spPr>
          <a:xfrm rot="5400000">
            <a:off x="2940248" y="-942379"/>
            <a:ext cx="3263504"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40" name="Google Shape;140;p2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2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3"/>
        <p:cNvGrpSpPr/>
        <p:nvPr/>
      </p:nvGrpSpPr>
      <p:grpSpPr>
        <a:xfrm>
          <a:off x="0" y="0"/>
          <a:ext cx="0" cy="0"/>
          <a:chOff x="0" y="0"/>
          <a:chExt cx="0" cy="0"/>
        </a:xfrm>
      </p:grpSpPr>
      <p:sp>
        <p:nvSpPr>
          <p:cNvPr id="144" name="Google Shape;144;p27"/>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27"/>
          <p:cNvSpPr txBox="1">
            <a:spLocks noGrp="1"/>
          </p:cNvSpPr>
          <p:nvPr>
            <p:ph type="body" idx="1"/>
          </p:nvPr>
        </p:nvSpPr>
        <p:spPr>
          <a:xfrm rot="5400000">
            <a:off x="1349573" y="-447079"/>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46" name="Google Shape;146;p2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2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2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49"/>
        <p:cNvGrpSpPr/>
        <p:nvPr/>
      </p:nvGrpSpPr>
      <p:grpSpPr>
        <a:xfrm>
          <a:off x="0" y="0"/>
          <a:ext cx="0" cy="0"/>
          <a:chOff x="0" y="0"/>
          <a:chExt cx="0" cy="0"/>
        </a:xfrm>
      </p:grpSpPr>
      <p:sp>
        <p:nvSpPr>
          <p:cNvPr id="150" name="Google Shape;150;p28"/>
          <p:cNvSpPr/>
          <p:nvPr/>
        </p:nvSpPr>
        <p:spPr>
          <a:xfrm>
            <a:off x="910313" y="1964924"/>
            <a:ext cx="1332000" cy="513000"/>
          </a:xfrm>
          <a:prstGeom prst="rect">
            <a:avLst/>
          </a:prstGeom>
          <a:solidFill>
            <a:srgbClr val="00C78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folHlink"/>
              </a:solidFill>
              <a:latin typeface="Calibri"/>
              <a:ea typeface="Calibri"/>
              <a:cs typeface="Calibri"/>
              <a:sym typeface="Calibri"/>
            </a:endParaRPr>
          </a:p>
        </p:txBody>
      </p:sp>
      <p:sp>
        <p:nvSpPr>
          <p:cNvPr id="151" name="Google Shape;151;p28"/>
          <p:cNvSpPr/>
          <p:nvPr/>
        </p:nvSpPr>
        <p:spPr>
          <a:xfrm>
            <a:off x="890885" y="2570101"/>
            <a:ext cx="1332000" cy="513000"/>
          </a:xfrm>
          <a:prstGeom prst="rect">
            <a:avLst/>
          </a:prstGeom>
          <a:solidFill>
            <a:srgbClr val="4D4D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2" name="Google Shape;152;p28"/>
          <p:cNvSpPr/>
          <p:nvPr/>
        </p:nvSpPr>
        <p:spPr>
          <a:xfrm>
            <a:off x="890885" y="4177560"/>
            <a:ext cx="1296000" cy="135000"/>
          </a:xfrm>
          <a:prstGeom prst="rect">
            <a:avLst/>
          </a:prstGeom>
          <a:solidFill>
            <a:srgbClr val="FF8763"/>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200">
              <a:solidFill>
                <a:schemeClr val="lt1"/>
              </a:solidFill>
              <a:latin typeface="Calibri"/>
              <a:ea typeface="Calibri"/>
              <a:cs typeface="Calibri"/>
              <a:sym typeface="Calibri"/>
            </a:endParaRPr>
          </a:p>
        </p:txBody>
      </p:sp>
      <p:sp>
        <p:nvSpPr>
          <p:cNvPr id="153" name="Google Shape;153;p28"/>
          <p:cNvSpPr/>
          <p:nvPr/>
        </p:nvSpPr>
        <p:spPr>
          <a:xfrm>
            <a:off x="890885" y="3907560"/>
            <a:ext cx="1296000" cy="135000"/>
          </a:xfrm>
          <a:prstGeom prst="rect">
            <a:avLst/>
          </a:prstGeom>
          <a:solidFill>
            <a:srgbClr val="1FAEE8"/>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200">
              <a:solidFill>
                <a:schemeClr val="lt1"/>
              </a:solidFill>
              <a:latin typeface="Calibri"/>
              <a:ea typeface="Calibri"/>
              <a:cs typeface="Calibri"/>
              <a:sym typeface="Calibri"/>
            </a:endParaRPr>
          </a:p>
        </p:txBody>
      </p:sp>
      <p:sp>
        <p:nvSpPr>
          <p:cNvPr id="154" name="Google Shape;154;p28"/>
          <p:cNvSpPr/>
          <p:nvPr/>
        </p:nvSpPr>
        <p:spPr>
          <a:xfrm>
            <a:off x="890885" y="4447560"/>
            <a:ext cx="1296000" cy="135000"/>
          </a:xfrm>
          <a:prstGeom prst="rect">
            <a:avLst/>
          </a:prstGeom>
          <a:solidFill>
            <a:srgbClr val="FFC000"/>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200">
              <a:solidFill>
                <a:schemeClr val="lt1"/>
              </a:solidFill>
              <a:latin typeface="Calibri"/>
              <a:ea typeface="Calibri"/>
              <a:cs typeface="Calibri"/>
              <a:sym typeface="Calibri"/>
            </a:endParaRPr>
          </a:p>
        </p:txBody>
      </p:sp>
      <p:sp>
        <p:nvSpPr>
          <p:cNvPr id="155" name="Google Shape;155;p28"/>
          <p:cNvSpPr/>
          <p:nvPr/>
        </p:nvSpPr>
        <p:spPr>
          <a:xfrm>
            <a:off x="4866008" y="1951070"/>
            <a:ext cx="1332000" cy="513000"/>
          </a:xfrm>
          <a:prstGeom prst="rect">
            <a:avLst/>
          </a:prstGeom>
          <a:solidFill>
            <a:srgbClr val="D5FCA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folHlink"/>
              </a:solidFill>
              <a:latin typeface="Calibri"/>
              <a:ea typeface="Calibri"/>
              <a:cs typeface="Calibri"/>
              <a:sym typeface="Calibri"/>
            </a:endParaRPr>
          </a:p>
        </p:txBody>
      </p:sp>
      <p:sp>
        <p:nvSpPr>
          <p:cNvPr id="156" name="Google Shape;156;p28"/>
          <p:cNvSpPr/>
          <p:nvPr/>
        </p:nvSpPr>
        <p:spPr>
          <a:xfrm>
            <a:off x="774423" y="1880642"/>
            <a:ext cx="7896113" cy="1308490"/>
          </a:xfrm>
          <a:prstGeom prst="rect">
            <a:avLst/>
          </a:prstGeom>
          <a:noFill/>
          <a:ln w="12700" cap="flat" cmpd="sng">
            <a:solidFill>
              <a:srgbClr val="00C78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 name="Google Shape;157;p28"/>
          <p:cNvSpPr txBox="1"/>
          <p:nvPr/>
        </p:nvSpPr>
        <p:spPr>
          <a:xfrm>
            <a:off x="2256902" y="1951070"/>
            <a:ext cx="2480988" cy="600164"/>
          </a:xfrm>
          <a:prstGeom prst="rect">
            <a:avLst/>
          </a:prstGeom>
          <a:noFill/>
          <a:ln>
            <a:noFill/>
          </a:ln>
        </p:spPr>
        <p:txBody>
          <a:bodyPr spcFirstLastPara="1" wrap="square" lIns="91425" tIns="45700" rIns="91425" bIns="45700" anchor="t" anchorCtr="0">
            <a:spAutoFit/>
          </a:bodyPr>
          <a:lstStyle/>
          <a:p>
            <a:pPr marL="134938" marR="0" lvl="0" indent="-134938" algn="l" rtl="0">
              <a:spcBef>
                <a:spcPts val="0"/>
              </a:spcBef>
              <a:spcAft>
                <a:spcPts val="0"/>
              </a:spcAft>
              <a:buClr>
                <a:srgbClr val="00C782"/>
              </a:buClr>
              <a:buSzPts val="1100"/>
              <a:buFont typeface="Arial"/>
              <a:buChar char="•"/>
            </a:pPr>
            <a:r>
              <a:rPr lang="en" sz="1100">
                <a:solidFill>
                  <a:schemeClr val="dk1"/>
                </a:solidFill>
                <a:latin typeface="Calibri"/>
                <a:ea typeface="Calibri"/>
                <a:cs typeface="Calibri"/>
                <a:sym typeface="Calibri"/>
              </a:rPr>
              <a:t>Boxes background</a:t>
            </a:r>
            <a:endParaRPr/>
          </a:p>
          <a:p>
            <a:pPr marL="134938" marR="0" lvl="0" indent="-134938" algn="l" rtl="0">
              <a:spcBef>
                <a:spcPts val="0"/>
              </a:spcBef>
              <a:spcAft>
                <a:spcPts val="0"/>
              </a:spcAft>
              <a:buClr>
                <a:srgbClr val="00C782"/>
              </a:buClr>
              <a:buSzPts val="1100"/>
              <a:buFont typeface="Arial"/>
              <a:buChar char="•"/>
            </a:pPr>
            <a:r>
              <a:rPr lang="en" sz="1100">
                <a:solidFill>
                  <a:schemeClr val="dk1"/>
                </a:solidFill>
                <a:latin typeface="Calibri"/>
                <a:ea typeface="Calibri"/>
                <a:cs typeface="Calibri"/>
                <a:sym typeface="Calibri"/>
              </a:rPr>
              <a:t>Main chart colours (bar and lines)</a:t>
            </a:r>
            <a:endParaRPr/>
          </a:p>
          <a:p>
            <a:pPr marL="134938" marR="0" lvl="0" indent="-134938" algn="l" rtl="0">
              <a:spcBef>
                <a:spcPts val="0"/>
              </a:spcBef>
              <a:spcAft>
                <a:spcPts val="0"/>
              </a:spcAft>
              <a:buClr>
                <a:srgbClr val="00C782"/>
              </a:buClr>
              <a:buSzPts val="1100"/>
              <a:buFont typeface="Arial"/>
              <a:buChar char="•"/>
            </a:pPr>
            <a:r>
              <a:rPr lang="en" sz="1100">
                <a:solidFill>
                  <a:schemeClr val="dk1"/>
                </a:solidFill>
                <a:latin typeface="Calibri"/>
                <a:ea typeface="Calibri"/>
                <a:cs typeface="Calibri"/>
                <a:sym typeface="Calibri"/>
              </a:rPr>
              <a:t>Bullet points</a:t>
            </a:r>
            <a:endParaRPr/>
          </a:p>
        </p:txBody>
      </p:sp>
      <p:sp>
        <p:nvSpPr>
          <p:cNvPr id="158" name="Google Shape;158;p28"/>
          <p:cNvSpPr/>
          <p:nvPr/>
        </p:nvSpPr>
        <p:spPr>
          <a:xfrm>
            <a:off x="4866008" y="2570101"/>
            <a:ext cx="1332000" cy="513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9" name="Google Shape;159;p28"/>
          <p:cNvSpPr txBox="1"/>
          <p:nvPr/>
        </p:nvSpPr>
        <p:spPr>
          <a:xfrm>
            <a:off x="6326126" y="2534887"/>
            <a:ext cx="2081868" cy="430887"/>
          </a:xfrm>
          <a:prstGeom prst="rect">
            <a:avLst/>
          </a:prstGeom>
          <a:noFill/>
          <a:ln>
            <a:noFill/>
          </a:ln>
        </p:spPr>
        <p:txBody>
          <a:bodyPr spcFirstLastPara="1" wrap="square" lIns="91425" tIns="45700" rIns="91425" bIns="45700" anchor="t" anchorCtr="0">
            <a:spAutoFit/>
          </a:bodyPr>
          <a:lstStyle/>
          <a:p>
            <a:pPr marL="134938" marR="0" lvl="0" indent="-134938" algn="l" rtl="0">
              <a:spcBef>
                <a:spcPts val="0"/>
              </a:spcBef>
              <a:spcAft>
                <a:spcPts val="0"/>
              </a:spcAft>
              <a:buClr>
                <a:srgbClr val="00C782"/>
              </a:buClr>
              <a:buSzPts val="1100"/>
              <a:buFont typeface="Arial"/>
              <a:buChar char="•"/>
            </a:pPr>
            <a:r>
              <a:rPr lang="en" sz="1100">
                <a:solidFill>
                  <a:schemeClr val="dk1"/>
                </a:solidFill>
                <a:latin typeface="Calibri"/>
                <a:ea typeface="Calibri"/>
                <a:cs typeface="Calibri"/>
                <a:sym typeface="Calibri"/>
              </a:rPr>
              <a:t>For most text (message, content, source,..)</a:t>
            </a:r>
            <a:endParaRPr/>
          </a:p>
        </p:txBody>
      </p:sp>
      <p:sp>
        <p:nvSpPr>
          <p:cNvPr id="160" name="Google Shape;160;p28"/>
          <p:cNvSpPr txBox="1"/>
          <p:nvPr/>
        </p:nvSpPr>
        <p:spPr>
          <a:xfrm>
            <a:off x="6326126" y="1951070"/>
            <a:ext cx="1526380" cy="261610"/>
          </a:xfrm>
          <a:prstGeom prst="rect">
            <a:avLst/>
          </a:prstGeom>
          <a:noFill/>
          <a:ln>
            <a:noFill/>
          </a:ln>
        </p:spPr>
        <p:txBody>
          <a:bodyPr spcFirstLastPara="1" wrap="square" lIns="91425" tIns="45700" rIns="91425" bIns="45700" anchor="t" anchorCtr="0">
            <a:spAutoFit/>
          </a:bodyPr>
          <a:lstStyle/>
          <a:p>
            <a:pPr marL="134938" marR="0" lvl="0" indent="-134938" algn="l" rtl="0">
              <a:spcBef>
                <a:spcPts val="0"/>
              </a:spcBef>
              <a:spcAft>
                <a:spcPts val="0"/>
              </a:spcAft>
              <a:buClr>
                <a:srgbClr val="00C782"/>
              </a:buClr>
              <a:buSzPts val="1100"/>
              <a:buFont typeface="Arial"/>
              <a:buChar char="•"/>
            </a:pPr>
            <a:r>
              <a:rPr lang="en" sz="1100">
                <a:solidFill>
                  <a:schemeClr val="dk1"/>
                </a:solidFill>
                <a:latin typeface="Calibri"/>
                <a:ea typeface="Calibri"/>
                <a:cs typeface="Calibri"/>
                <a:sym typeface="Calibri"/>
              </a:rPr>
              <a:t>For call-out boxes,</a:t>
            </a:r>
            <a:endParaRPr/>
          </a:p>
        </p:txBody>
      </p:sp>
      <p:sp>
        <p:nvSpPr>
          <p:cNvPr id="161" name="Google Shape;161;p28"/>
          <p:cNvSpPr txBox="1"/>
          <p:nvPr/>
        </p:nvSpPr>
        <p:spPr>
          <a:xfrm>
            <a:off x="855088" y="3576352"/>
            <a:ext cx="1380506"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100">
                <a:solidFill>
                  <a:schemeClr val="dk1"/>
                </a:solidFill>
                <a:latin typeface="Calibri"/>
                <a:ea typeface="Calibri"/>
                <a:cs typeface="Calibri"/>
                <a:sym typeface="Calibri"/>
              </a:rPr>
              <a:t>Other chart colours</a:t>
            </a:r>
            <a:endParaRPr/>
          </a:p>
        </p:txBody>
      </p:sp>
      <p:sp>
        <p:nvSpPr>
          <p:cNvPr id="162" name="Google Shape;162;p28"/>
          <p:cNvSpPr txBox="1"/>
          <p:nvPr/>
        </p:nvSpPr>
        <p:spPr>
          <a:xfrm>
            <a:off x="7485781" y="1617328"/>
            <a:ext cx="116410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100">
                <a:solidFill>
                  <a:schemeClr val="dk1"/>
                </a:solidFill>
                <a:latin typeface="Calibri"/>
                <a:ea typeface="Calibri"/>
                <a:cs typeface="Calibri"/>
                <a:sym typeface="Calibri"/>
              </a:rPr>
              <a:t>Primary colours</a:t>
            </a:r>
            <a:endParaRPr sz="1100">
              <a:solidFill>
                <a:schemeClr val="dk1"/>
              </a:solidFill>
              <a:latin typeface="Calibri"/>
              <a:ea typeface="Calibri"/>
              <a:cs typeface="Calibri"/>
              <a:sym typeface="Calibri"/>
            </a:endParaRPr>
          </a:p>
        </p:txBody>
      </p:sp>
      <p:sp>
        <p:nvSpPr>
          <p:cNvPr id="163" name="Google Shape;163;p28"/>
          <p:cNvSpPr txBox="1">
            <a:spLocks noGrp="1"/>
          </p:cNvSpPr>
          <p:nvPr>
            <p:ph type="title"/>
          </p:nvPr>
        </p:nvSpPr>
        <p:spPr>
          <a:xfrm>
            <a:off x="774422" y="114819"/>
            <a:ext cx="8069180"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4" name="Google Shape;164;p28"/>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pic>
        <p:nvPicPr>
          <p:cNvPr id="165" name="Google Shape;165;p28"/>
          <p:cNvPicPr preferRelativeResize="0"/>
          <p:nvPr/>
        </p:nvPicPr>
        <p:blipFill rotWithShape="1">
          <a:blip r:embed="rId2">
            <a:alphaModFix/>
          </a:blip>
          <a:srcRect/>
          <a:stretch/>
        </p:blipFill>
        <p:spPr>
          <a:xfrm>
            <a:off x="67869" y="92659"/>
            <a:ext cx="581837" cy="45730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two sub-messages">
  <p:cSld name="1_Title and two sub-messages">
    <p:spTree>
      <p:nvGrpSpPr>
        <p:cNvPr id="1" name="Shape 166"/>
        <p:cNvGrpSpPr/>
        <p:nvPr/>
      </p:nvGrpSpPr>
      <p:grpSpPr>
        <a:xfrm>
          <a:off x="0" y="0"/>
          <a:ext cx="0" cy="0"/>
          <a:chOff x="0" y="0"/>
          <a:chExt cx="0" cy="0"/>
        </a:xfrm>
      </p:grpSpPr>
      <p:sp>
        <p:nvSpPr>
          <p:cNvPr id="167" name="Google Shape;167;p29"/>
          <p:cNvSpPr txBox="1">
            <a:spLocks noGrp="1"/>
          </p:cNvSpPr>
          <p:nvPr>
            <p:ph type="title"/>
          </p:nvPr>
        </p:nvSpPr>
        <p:spPr>
          <a:xfrm>
            <a:off x="774422" y="114819"/>
            <a:ext cx="8069180"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8" name="Google Shape;168;p29"/>
          <p:cNvSpPr txBox="1">
            <a:spLocks noGrp="1"/>
          </p:cNvSpPr>
          <p:nvPr>
            <p:ph type="body" idx="1"/>
          </p:nvPr>
        </p:nvSpPr>
        <p:spPr>
          <a:xfrm>
            <a:off x="22073" y="4972583"/>
            <a:ext cx="3872193" cy="1547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800"/>
              <a:buNone/>
              <a:defRPr sz="800"/>
            </a:lvl1pPr>
            <a:lvl2pPr marL="914400" lvl="1" indent="-279400" algn="l">
              <a:lnSpc>
                <a:spcPct val="90000"/>
              </a:lnSpc>
              <a:spcBef>
                <a:spcPts val="375"/>
              </a:spcBef>
              <a:spcAft>
                <a:spcPts val="0"/>
              </a:spcAft>
              <a:buClr>
                <a:schemeClr val="dk1"/>
              </a:buClr>
              <a:buSzPts val="800"/>
              <a:buChar char="•"/>
              <a:defRPr sz="800"/>
            </a:lvl2pPr>
            <a:lvl3pPr marL="1371600" lvl="2" indent="-279400" algn="l">
              <a:lnSpc>
                <a:spcPct val="90000"/>
              </a:lnSpc>
              <a:spcBef>
                <a:spcPts val="375"/>
              </a:spcBef>
              <a:spcAft>
                <a:spcPts val="0"/>
              </a:spcAft>
              <a:buClr>
                <a:schemeClr val="dk1"/>
              </a:buClr>
              <a:buSzPts val="800"/>
              <a:buChar char="•"/>
              <a:defRPr sz="800"/>
            </a:lvl3pPr>
            <a:lvl4pPr marL="1828800" lvl="3" indent="-279400" algn="l">
              <a:lnSpc>
                <a:spcPct val="90000"/>
              </a:lnSpc>
              <a:spcBef>
                <a:spcPts val="375"/>
              </a:spcBef>
              <a:spcAft>
                <a:spcPts val="0"/>
              </a:spcAft>
              <a:buClr>
                <a:schemeClr val="dk1"/>
              </a:buClr>
              <a:buSzPts val="800"/>
              <a:buChar char="•"/>
              <a:defRPr sz="800"/>
            </a:lvl4pPr>
            <a:lvl5pPr marL="2286000" lvl="4" indent="-279400" algn="l">
              <a:lnSpc>
                <a:spcPct val="90000"/>
              </a:lnSpc>
              <a:spcBef>
                <a:spcPts val="375"/>
              </a:spcBef>
              <a:spcAft>
                <a:spcPts val="0"/>
              </a:spcAft>
              <a:buClr>
                <a:schemeClr val="dk1"/>
              </a:buClr>
              <a:buSzPts val="800"/>
              <a:buChar char="•"/>
              <a:defRPr sz="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69" name="Google Shape;169;p29"/>
          <p:cNvSpPr txBox="1">
            <a:spLocks noGrp="1"/>
          </p:cNvSpPr>
          <p:nvPr>
            <p:ph type="body" idx="2"/>
          </p:nvPr>
        </p:nvSpPr>
        <p:spPr>
          <a:xfrm>
            <a:off x="774422" y="1424112"/>
            <a:ext cx="7594074" cy="2827849"/>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750"/>
              </a:spcBef>
              <a:spcAft>
                <a:spcPts val="0"/>
              </a:spcAft>
              <a:buClr>
                <a:srgbClr val="00C782"/>
              </a:buClr>
              <a:buSzPts val="1400"/>
              <a:buChar char="•"/>
              <a:defRPr sz="1400" b="1"/>
            </a:lvl1pPr>
            <a:lvl2pPr marL="914400" lvl="1" indent="-317500" algn="l">
              <a:lnSpc>
                <a:spcPct val="90000"/>
              </a:lnSpc>
              <a:spcBef>
                <a:spcPts val="375"/>
              </a:spcBef>
              <a:spcAft>
                <a:spcPts val="0"/>
              </a:spcAft>
              <a:buClr>
                <a:srgbClr val="00C782"/>
              </a:buClr>
              <a:buSzPts val="1400"/>
              <a:buFont typeface="Arial"/>
              <a:buChar char="-"/>
              <a:defRPr sz="14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0" name="Google Shape;170;p29"/>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pic>
        <p:nvPicPr>
          <p:cNvPr id="171" name="Google Shape;171;p29"/>
          <p:cNvPicPr preferRelativeResize="0"/>
          <p:nvPr/>
        </p:nvPicPr>
        <p:blipFill rotWithShape="1">
          <a:blip r:embed="rId2">
            <a:alphaModFix/>
          </a:blip>
          <a:srcRect/>
          <a:stretch/>
        </p:blipFill>
        <p:spPr>
          <a:xfrm>
            <a:off x="67869" y="92659"/>
            <a:ext cx="581837" cy="457306"/>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_Title and two sub-messages">
  <p:cSld name="2_Title and two sub-messages">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774422" y="114819"/>
            <a:ext cx="8069180"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4" name="Google Shape;174;p30"/>
          <p:cNvSpPr txBox="1">
            <a:spLocks noGrp="1"/>
          </p:cNvSpPr>
          <p:nvPr>
            <p:ph type="body" idx="1"/>
          </p:nvPr>
        </p:nvSpPr>
        <p:spPr>
          <a:xfrm>
            <a:off x="903963" y="1758439"/>
            <a:ext cx="1351279" cy="778744"/>
          </a:xfrm>
          <a:prstGeom prst="rect">
            <a:avLst/>
          </a:prstGeom>
          <a:solidFill>
            <a:srgbClr val="00C782"/>
          </a:solidFill>
          <a:ln>
            <a:noFill/>
          </a:ln>
        </p:spPr>
        <p:txBody>
          <a:bodyPr spcFirstLastPara="1" wrap="square" lIns="36000" tIns="45700" rIns="36000" bIns="45700" anchor="ctr" anchorCtr="0">
            <a:normAutofit/>
          </a:bodyPr>
          <a:lstStyle>
            <a:lvl1pPr marL="457200" lvl="0" indent="-304800" algn="ctr">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5" name="Google Shape;175;p30"/>
          <p:cNvSpPr txBox="1">
            <a:spLocks noGrp="1"/>
          </p:cNvSpPr>
          <p:nvPr>
            <p:ph type="body" idx="2"/>
          </p:nvPr>
        </p:nvSpPr>
        <p:spPr>
          <a:xfrm>
            <a:off x="22073" y="4972583"/>
            <a:ext cx="3872193" cy="1547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800"/>
              <a:buNone/>
              <a:defRPr sz="800"/>
            </a:lvl1pPr>
            <a:lvl2pPr marL="914400" lvl="1" indent="-279400" algn="l">
              <a:lnSpc>
                <a:spcPct val="90000"/>
              </a:lnSpc>
              <a:spcBef>
                <a:spcPts val="375"/>
              </a:spcBef>
              <a:spcAft>
                <a:spcPts val="0"/>
              </a:spcAft>
              <a:buClr>
                <a:schemeClr val="dk1"/>
              </a:buClr>
              <a:buSzPts val="800"/>
              <a:buChar char="•"/>
              <a:defRPr sz="800"/>
            </a:lvl2pPr>
            <a:lvl3pPr marL="1371600" lvl="2" indent="-279400" algn="l">
              <a:lnSpc>
                <a:spcPct val="90000"/>
              </a:lnSpc>
              <a:spcBef>
                <a:spcPts val="375"/>
              </a:spcBef>
              <a:spcAft>
                <a:spcPts val="0"/>
              </a:spcAft>
              <a:buClr>
                <a:schemeClr val="dk1"/>
              </a:buClr>
              <a:buSzPts val="800"/>
              <a:buChar char="•"/>
              <a:defRPr sz="800"/>
            </a:lvl3pPr>
            <a:lvl4pPr marL="1828800" lvl="3" indent="-279400" algn="l">
              <a:lnSpc>
                <a:spcPct val="90000"/>
              </a:lnSpc>
              <a:spcBef>
                <a:spcPts val="375"/>
              </a:spcBef>
              <a:spcAft>
                <a:spcPts val="0"/>
              </a:spcAft>
              <a:buClr>
                <a:schemeClr val="dk1"/>
              </a:buClr>
              <a:buSzPts val="800"/>
              <a:buChar char="•"/>
              <a:defRPr sz="800"/>
            </a:lvl4pPr>
            <a:lvl5pPr marL="2286000" lvl="4" indent="-279400" algn="l">
              <a:lnSpc>
                <a:spcPct val="90000"/>
              </a:lnSpc>
              <a:spcBef>
                <a:spcPts val="375"/>
              </a:spcBef>
              <a:spcAft>
                <a:spcPts val="0"/>
              </a:spcAft>
              <a:buClr>
                <a:schemeClr val="dk1"/>
              </a:buClr>
              <a:buSzPts val="800"/>
              <a:buChar char="•"/>
              <a:defRPr sz="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6" name="Google Shape;176;p30"/>
          <p:cNvSpPr txBox="1">
            <a:spLocks noGrp="1"/>
          </p:cNvSpPr>
          <p:nvPr>
            <p:ph type="body" idx="3"/>
          </p:nvPr>
        </p:nvSpPr>
        <p:spPr>
          <a:xfrm>
            <a:off x="903963" y="2747138"/>
            <a:ext cx="1351279" cy="778744"/>
          </a:xfrm>
          <a:prstGeom prst="rect">
            <a:avLst/>
          </a:prstGeom>
          <a:solidFill>
            <a:srgbClr val="00C782"/>
          </a:solidFill>
          <a:ln>
            <a:noFill/>
          </a:ln>
        </p:spPr>
        <p:txBody>
          <a:bodyPr spcFirstLastPara="1" wrap="square" lIns="36000" tIns="45700" rIns="36000" bIns="45700" anchor="ctr" anchorCtr="0">
            <a:normAutofit/>
          </a:bodyPr>
          <a:lstStyle>
            <a:lvl1pPr marL="457200" lvl="0" indent="-304800" algn="ctr">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7" name="Google Shape;177;p30"/>
          <p:cNvSpPr txBox="1">
            <a:spLocks noGrp="1"/>
          </p:cNvSpPr>
          <p:nvPr>
            <p:ph type="body" idx="4"/>
          </p:nvPr>
        </p:nvSpPr>
        <p:spPr>
          <a:xfrm>
            <a:off x="903963" y="3779513"/>
            <a:ext cx="1351279" cy="778744"/>
          </a:xfrm>
          <a:prstGeom prst="rect">
            <a:avLst/>
          </a:prstGeom>
          <a:solidFill>
            <a:srgbClr val="00C782"/>
          </a:solidFill>
          <a:ln>
            <a:noFill/>
          </a:ln>
        </p:spPr>
        <p:txBody>
          <a:bodyPr spcFirstLastPara="1" wrap="square" lIns="36000" tIns="45700" rIns="36000" bIns="45700" anchor="ctr" anchorCtr="0">
            <a:normAutofit/>
          </a:bodyPr>
          <a:lstStyle>
            <a:lvl1pPr marL="457200" lvl="0" indent="-304800" algn="ctr">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8" name="Google Shape;178;p30"/>
          <p:cNvSpPr txBox="1">
            <a:spLocks noGrp="1"/>
          </p:cNvSpPr>
          <p:nvPr>
            <p:ph type="body" idx="5"/>
          </p:nvPr>
        </p:nvSpPr>
        <p:spPr>
          <a:xfrm>
            <a:off x="2596194" y="1758439"/>
            <a:ext cx="5401913" cy="778744"/>
          </a:xfrm>
          <a:prstGeom prst="rect">
            <a:avLst/>
          </a:prstGeom>
          <a:noFill/>
          <a:ln>
            <a:noFill/>
          </a:ln>
        </p:spPr>
        <p:txBody>
          <a:bodyPr spcFirstLastPara="1" wrap="square" lIns="91425" tIns="45700" rIns="91425" bIns="45700" anchor="t" anchorCtr="0">
            <a:normAutofit/>
          </a:bodyPr>
          <a:lstStyle>
            <a:lvl1pPr marL="457200" lvl="0" indent="-304800" algn="l">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9" name="Google Shape;179;p30"/>
          <p:cNvSpPr txBox="1">
            <a:spLocks noGrp="1"/>
          </p:cNvSpPr>
          <p:nvPr>
            <p:ph type="body" idx="6"/>
          </p:nvPr>
        </p:nvSpPr>
        <p:spPr>
          <a:xfrm>
            <a:off x="2596194" y="2747138"/>
            <a:ext cx="5401913" cy="778744"/>
          </a:xfrm>
          <a:prstGeom prst="rect">
            <a:avLst/>
          </a:prstGeom>
          <a:noFill/>
          <a:ln>
            <a:noFill/>
          </a:ln>
        </p:spPr>
        <p:txBody>
          <a:bodyPr spcFirstLastPara="1" wrap="square" lIns="91425" tIns="45700" rIns="91425" bIns="45700" anchor="t" anchorCtr="0">
            <a:normAutofit/>
          </a:bodyPr>
          <a:lstStyle>
            <a:lvl1pPr marL="457200" lvl="0" indent="-304800" algn="l">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0" name="Google Shape;180;p30"/>
          <p:cNvSpPr txBox="1">
            <a:spLocks noGrp="1"/>
          </p:cNvSpPr>
          <p:nvPr>
            <p:ph type="body" idx="7"/>
          </p:nvPr>
        </p:nvSpPr>
        <p:spPr>
          <a:xfrm>
            <a:off x="2596194" y="3779513"/>
            <a:ext cx="5401913" cy="778744"/>
          </a:xfrm>
          <a:prstGeom prst="rect">
            <a:avLst/>
          </a:prstGeom>
          <a:noFill/>
          <a:ln>
            <a:noFill/>
          </a:ln>
        </p:spPr>
        <p:txBody>
          <a:bodyPr spcFirstLastPara="1" wrap="square" lIns="91425" tIns="45700" rIns="91425" bIns="45700" anchor="t" anchorCtr="0">
            <a:normAutofit/>
          </a:bodyPr>
          <a:lstStyle>
            <a:lvl1pPr marL="457200" lvl="0" indent="-304800" algn="l">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1" name="Google Shape;181;p30"/>
          <p:cNvSpPr txBox="1">
            <a:spLocks noGrp="1"/>
          </p:cNvSpPr>
          <p:nvPr>
            <p:ph type="body" idx="8"/>
          </p:nvPr>
        </p:nvSpPr>
        <p:spPr>
          <a:xfrm>
            <a:off x="2596194" y="1074152"/>
            <a:ext cx="4586927" cy="25216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00C782"/>
              </a:buClr>
              <a:buSzPts val="1200"/>
              <a:buNone/>
              <a:defRPr sz="1200" b="1"/>
            </a:lvl1pPr>
            <a:lvl2pPr marL="914400" lvl="1" indent="-228600" algn="l">
              <a:lnSpc>
                <a:spcPct val="90000"/>
              </a:lnSpc>
              <a:spcBef>
                <a:spcPts val="375"/>
              </a:spcBef>
              <a:spcAft>
                <a:spcPts val="0"/>
              </a:spcAft>
              <a:buClr>
                <a:srgbClr val="00C782"/>
              </a:buClr>
              <a:buSzPts val="1200"/>
              <a:buFont typeface="Arial"/>
              <a:buNone/>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2" name="Google Shape;182;p30"/>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pic>
        <p:nvPicPr>
          <p:cNvPr id="183" name="Google Shape;183;p30"/>
          <p:cNvPicPr preferRelativeResize="0"/>
          <p:nvPr/>
        </p:nvPicPr>
        <p:blipFill rotWithShape="1">
          <a:blip r:embed="rId2">
            <a:alphaModFix/>
          </a:blip>
          <a:srcRect/>
          <a:stretch/>
        </p:blipFill>
        <p:spPr>
          <a:xfrm>
            <a:off x="67869" y="92659"/>
            <a:ext cx="581837" cy="45730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_Title and two sub-messages">
  <p:cSld name="3_Title and two sub-messages">
    <p:spTree>
      <p:nvGrpSpPr>
        <p:cNvPr id="1" name="Shape 184"/>
        <p:cNvGrpSpPr/>
        <p:nvPr/>
      </p:nvGrpSpPr>
      <p:grpSpPr>
        <a:xfrm>
          <a:off x="0" y="0"/>
          <a:ext cx="0" cy="0"/>
          <a:chOff x="0" y="0"/>
          <a:chExt cx="0" cy="0"/>
        </a:xfrm>
      </p:grpSpPr>
      <p:sp>
        <p:nvSpPr>
          <p:cNvPr id="185" name="Google Shape;185;p31"/>
          <p:cNvSpPr txBox="1">
            <a:spLocks noGrp="1"/>
          </p:cNvSpPr>
          <p:nvPr>
            <p:ph type="title"/>
          </p:nvPr>
        </p:nvSpPr>
        <p:spPr>
          <a:xfrm>
            <a:off x="774422" y="114819"/>
            <a:ext cx="8069180"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6" name="Google Shape;186;p31"/>
          <p:cNvSpPr txBox="1">
            <a:spLocks noGrp="1"/>
          </p:cNvSpPr>
          <p:nvPr>
            <p:ph type="body" idx="1"/>
          </p:nvPr>
        </p:nvSpPr>
        <p:spPr>
          <a:xfrm>
            <a:off x="22073" y="4972583"/>
            <a:ext cx="3872193" cy="1547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800"/>
              <a:buNone/>
              <a:defRPr sz="800"/>
            </a:lvl1pPr>
            <a:lvl2pPr marL="914400" lvl="1" indent="-279400" algn="l">
              <a:lnSpc>
                <a:spcPct val="90000"/>
              </a:lnSpc>
              <a:spcBef>
                <a:spcPts val="375"/>
              </a:spcBef>
              <a:spcAft>
                <a:spcPts val="0"/>
              </a:spcAft>
              <a:buClr>
                <a:schemeClr val="dk1"/>
              </a:buClr>
              <a:buSzPts val="800"/>
              <a:buChar char="•"/>
              <a:defRPr sz="800"/>
            </a:lvl2pPr>
            <a:lvl3pPr marL="1371600" lvl="2" indent="-279400" algn="l">
              <a:lnSpc>
                <a:spcPct val="90000"/>
              </a:lnSpc>
              <a:spcBef>
                <a:spcPts val="375"/>
              </a:spcBef>
              <a:spcAft>
                <a:spcPts val="0"/>
              </a:spcAft>
              <a:buClr>
                <a:schemeClr val="dk1"/>
              </a:buClr>
              <a:buSzPts val="800"/>
              <a:buChar char="•"/>
              <a:defRPr sz="800"/>
            </a:lvl3pPr>
            <a:lvl4pPr marL="1828800" lvl="3" indent="-279400" algn="l">
              <a:lnSpc>
                <a:spcPct val="90000"/>
              </a:lnSpc>
              <a:spcBef>
                <a:spcPts val="375"/>
              </a:spcBef>
              <a:spcAft>
                <a:spcPts val="0"/>
              </a:spcAft>
              <a:buClr>
                <a:schemeClr val="dk1"/>
              </a:buClr>
              <a:buSzPts val="800"/>
              <a:buChar char="•"/>
              <a:defRPr sz="800"/>
            </a:lvl4pPr>
            <a:lvl5pPr marL="2286000" lvl="4" indent="-279400" algn="l">
              <a:lnSpc>
                <a:spcPct val="90000"/>
              </a:lnSpc>
              <a:spcBef>
                <a:spcPts val="375"/>
              </a:spcBef>
              <a:spcAft>
                <a:spcPts val="0"/>
              </a:spcAft>
              <a:buClr>
                <a:schemeClr val="dk1"/>
              </a:buClr>
              <a:buSzPts val="800"/>
              <a:buChar char="•"/>
              <a:defRPr sz="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7" name="Google Shape;187;p31"/>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pic>
        <p:nvPicPr>
          <p:cNvPr id="188" name="Google Shape;188;p31"/>
          <p:cNvPicPr preferRelativeResize="0"/>
          <p:nvPr/>
        </p:nvPicPr>
        <p:blipFill rotWithShape="1">
          <a:blip r:embed="rId2">
            <a:alphaModFix/>
          </a:blip>
          <a:srcRect/>
          <a:stretch/>
        </p:blipFill>
        <p:spPr>
          <a:xfrm>
            <a:off x="67869" y="92659"/>
            <a:ext cx="581837" cy="457306"/>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189"/>
        <p:cNvGrpSpPr/>
        <p:nvPr/>
      </p:nvGrpSpPr>
      <p:grpSpPr>
        <a:xfrm>
          <a:off x="0" y="0"/>
          <a:ext cx="0" cy="0"/>
          <a:chOff x="0" y="0"/>
          <a:chExt cx="0" cy="0"/>
        </a:xfrm>
      </p:grpSpPr>
      <p:sp>
        <p:nvSpPr>
          <p:cNvPr id="190" name="Google Shape;190;p32"/>
          <p:cNvSpPr txBox="1">
            <a:spLocks noGrp="1"/>
          </p:cNvSpPr>
          <p:nvPr>
            <p:ph type="ctrTitle"/>
          </p:nvPr>
        </p:nvSpPr>
        <p:spPr>
          <a:xfrm>
            <a:off x="230093" y="3066864"/>
            <a:ext cx="7909451" cy="49441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2400"/>
              <a:buFont typeface="Calibri"/>
              <a:buNone/>
              <a:defRPr sz="2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32"/>
          <p:cNvSpPr txBox="1">
            <a:spLocks noGrp="1"/>
          </p:cNvSpPr>
          <p:nvPr>
            <p:ph type="subTitle" idx="1"/>
          </p:nvPr>
        </p:nvSpPr>
        <p:spPr>
          <a:xfrm>
            <a:off x="230094" y="3561279"/>
            <a:ext cx="6858000" cy="570674"/>
          </a:xfrm>
          <a:prstGeom prst="rect">
            <a:avLst/>
          </a:prstGeom>
          <a:noFill/>
          <a:ln>
            <a:noFill/>
          </a:ln>
        </p:spPr>
        <p:txBody>
          <a:bodyPr spcFirstLastPara="1" wrap="square" lIns="91425" tIns="45700" rIns="91425" bIns="45700" anchor="t" anchorCtr="0">
            <a:normAutofit/>
          </a:bodyPr>
          <a:lstStyle>
            <a:lvl1pPr lvl="0" algn="l">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2000"/>
              <a:buNone/>
              <a:defRPr sz="2000"/>
            </a:lvl2pPr>
            <a:lvl3pPr lvl="2" algn="ctr">
              <a:lnSpc>
                <a:spcPct val="90000"/>
              </a:lnSpc>
              <a:spcBef>
                <a:spcPts val="375"/>
              </a:spcBef>
              <a:spcAft>
                <a:spcPts val="0"/>
              </a:spcAft>
              <a:buClr>
                <a:schemeClr val="dk1"/>
              </a:buClr>
              <a:buSzPts val="1800"/>
              <a:buNone/>
              <a:defRPr sz="1800"/>
            </a:lvl3pPr>
            <a:lvl4pPr lvl="3" algn="ctr">
              <a:lnSpc>
                <a:spcPct val="90000"/>
              </a:lnSpc>
              <a:spcBef>
                <a:spcPts val="375"/>
              </a:spcBef>
              <a:spcAft>
                <a:spcPts val="0"/>
              </a:spcAft>
              <a:buClr>
                <a:schemeClr val="dk1"/>
              </a:buClr>
              <a:buSzPts val="1600"/>
              <a:buNone/>
              <a:defRPr sz="1600"/>
            </a:lvl4pPr>
            <a:lvl5pPr lvl="4" algn="ctr">
              <a:lnSpc>
                <a:spcPct val="90000"/>
              </a:lnSpc>
              <a:spcBef>
                <a:spcPts val="375"/>
              </a:spcBef>
              <a:spcAft>
                <a:spcPts val="0"/>
              </a:spcAft>
              <a:buClr>
                <a:schemeClr val="dk1"/>
              </a:buClr>
              <a:buSzPts val="1600"/>
              <a:buNone/>
              <a:defRPr sz="1600"/>
            </a:lvl5pPr>
            <a:lvl6pPr lvl="5" algn="ctr">
              <a:lnSpc>
                <a:spcPct val="90000"/>
              </a:lnSpc>
              <a:spcBef>
                <a:spcPts val="375"/>
              </a:spcBef>
              <a:spcAft>
                <a:spcPts val="0"/>
              </a:spcAft>
              <a:buClr>
                <a:schemeClr val="dk1"/>
              </a:buClr>
              <a:buSzPts val="1600"/>
              <a:buNone/>
              <a:defRPr sz="1600"/>
            </a:lvl6pPr>
            <a:lvl7pPr lvl="6" algn="ctr">
              <a:lnSpc>
                <a:spcPct val="90000"/>
              </a:lnSpc>
              <a:spcBef>
                <a:spcPts val="375"/>
              </a:spcBef>
              <a:spcAft>
                <a:spcPts val="0"/>
              </a:spcAft>
              <a:buClr>
                <a:schemeClr val="dk1"/>
              </a:buClr>
              <a:buSzPts val="1600"/>
              <a:buNone/>
              <a:defRPr sz="1600"/>
            </a:lvl7pPr>
            <a:lvl8pPr lvl="7" algn="ctr">
              <a:lnSpc>
                <a:spcPct val="90000"/>
              </a:lnSpc>
              <a:spcBef>
                <a:spcPts val="375"/>
              </a:spcBef>
              <a:spcAft>
                <a:spcPts val="0"/>
              </a:spcAft>
              <a:buClr>
                <a:schemeClr val="dk1"/>
              </a:buClr>
              <a:buSzPts val="1600"/>
              <a:buNone/>
              <a:defRPr sz="1600"/>
            </a:lvl8pPr>
            <a:lvl9pPr lvl="8" algn="ctr">
              <a:lnSpc>
                <a:spcPct val="90000"/>
              </a:lnSpc>
              <a:spcBef>
                <a:spcPts val="375"/>
              </a:spcBef>
              <a:spcAft>
                <a:spcPts val="0"/>
              </a:spcAft>
              <a:buClr>
                <a:schemeClr val="dk1"/>
              </a:buClr>
              <a:buSzPts val="1600"/>
              <a:buNone/>
              <a:defRPr sz="1600"/>
            </a:lvl9pPr>
          </a:lstStyle>
          <a:p>
            <a:endParaRPr/>
          </a:p>
        </p:txBody>
      </p:sp>
      <p:cxnSp>
        <p:nvCxnSpPr>
          <p:cNvPr id="192" name="Google Shape;192;p32"/>
          <p:cNvCxnSpPr/>
          <p:nvPr/>
        </p:nvCxnSpPr>
        <p:spPr>
          <a:xfrm rot="10800000">
            <a:off x="6751600" y="371337"/>
            <a:ext cx="1850139" cy="0"/>
          </a:xfrm>
          <a:prstGeom prst="straightConnector1">
            <a:avLst/>
          </a:prstGeom>
          <a:noFill/>
          <a:ln w="9525" cap="flat" cmpd="sng">
            <a:solidFill>
              <a:srgbClr val="00C782"/>
            </a:solidFill>
            <a:prstDash val="solid"/>
            <a:miter lim="800000"/>
            <a:headEnd type="none" w="sm" len="sm"/>
            <a:tailEnd type="none" w="sm" len="sm"/>
          </a:ln>
        </p:spPr>
      </p:cxnSp>
      <p:sp>
        <p:nvSpPr>
          <p:cNvPr id="193" name="Google Shape;193;p32"/>
          <p:cNvSpPr txBox="1">
            <a:spLocks noGrp="1"/>
          </p:cNvSpPr>
          <p:nvPr>
            <p:ph type="body" idx="2"/>
          </p:nvPr>
        </p:nvSpPr>
        <p:spPr>
          <a:xfrm>
            <a:off x="6751600" y="473565"/>
            <a:ext cx="1850139" cy="263349"/>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750"/>
              </a:spcBef>
              <a:spcAft>
                <a:spcPts val="0"/>
              </a:spcAft>
              <a:buClr>
                <a:srgbClr val="3F3F3F"/>
              </a:buClr>
              <a:buSzPts val="1200"/>
              <a:buNone/>
              <a:defRPr sz="1200" b="1">
                <a:solidFill>
                  <a:srgbClr val="3F3F3F"/>
                </a:solidFill>
              </a:defRPr>
            </a:lvl1pPr>
            <a:lvl2pPr marL="914400" lvl="1" indent="-298450" algn="l">
              <a:lnSpc>
                <a:spcPct val="90000"/>
              </a:lnSpc>
              <a:spcBef>
                <a:spcPts val="375"/>
              </a:spcBef>
              <a:spcAft>
                <a:spcPts val="0"/>
              </a:spcAft>
              <a:buClr>
                <a:schemeClr val="dk1"/>
              </a:buClr>
              <a:buSzPts val="1100"/>
              <a:buChar char="•"/>
              <a:defRPr sz="1100"/>
            </a:lvl2pPr>
            <a:lvl3pPr marL="1371600" lvl="2" indent="-295275" algn="l">
              <a:lnSpc>
                <a:spcPct val="90000"/>
              </a:lnSpc>
              <a:spcBef>
                <a:spcPts val="375"/>
              </a:spcBef>
              <a:spcAft>
                <a:spcPts val="0"/>
              </a:spcAft>
              <a:buClr>
                <a:schemeClr val="dk1"/>
              </a:buClr>
              <a:buSzPts val="1050"/>
              <a:buChar char="•"/>
              <a:defRPr sz="1050"/>
            </a:lvl3pPr>
            <a:lvl4pPr marL="1828800" lvl="3" indent="-292100" algn="l">
              <a:lnSpc>
                <a:spcPct val="90000"/>
              </a:lnSpc>
              <a:spcBef>
                <a:spcPts val="375"/>
              </a:spcBef>
              <a:spcAft>
                <a:spcPts val="0"/>
              </a:spcAft>
              <a:buClr>
                <a:schemeClr val="dk1"/>
              </a:buClr>
              <a:buSzPts val="1000"/>
              <a:buChar char="•"/>
              <a:defRPr sz="1000"/>
            </a:lvl4pPr>
            <a:lvl5pPr marL="2286000" lvl="4" indent="-292100" algn="l">
              <a:lnSpc>
                <a:spcPct val="90000"/>
              </a:lnSpc>
              <a:spcBef>
                <a:spcPts val="375"/>
              </a:spcBef>
              <a:spcAft>
                <a:spcPts val="0"/>
              </a:spcAft>
              <a:buClr>
                <a:schemeClr val="dk1"/>
              </a:buClr>
              <a:buSzPts val="1000"/>
              <a:buChar char="•"/>
              <a:defRPr sz="10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94" name="Google Shape;194;p32"/>
          <p:cNvSpPr/>
          <p:nvPr/>
        </p:nvSpPr>
        <p:spPr>
          <a:xfrm>
            <a:off x="263107" y="4828728"/>
            <a:ext cx="1637883" cy="156099"/>
          </a:xfrm>
          <a:prstGeom prst="rect">
            <a:avLst/>
          </a:prstGeom>
          <a:solidFill>
            <a:srgbClr val="00C78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95" name="Google Shape;195;p32"/>
          <p:cNvPicPr preferRelativeResize="0"/>
          <p:nvPr/>
        </p:nvPicPr>
        <p:blipFill rotWithShape="1">
          <a:blip r:embed="rId2">
            <a:alphaModFix/>
          </a:blip>
          <a:srcRect/>
          <a:stretch/>
        </p:blipFill>
        <p:spPr>
          <a:xfrm>
            <a:off x="263107" y="92138"/>
            <a:ext cx="1850139" cy="1207267"/>
          </a:xfrm>
          <a:prstGeom prst="rect">
            <a:avLst/>
          </a:prstGeom>
          <a:noFill/>
          <a:ln>
            <a:noFill/>
          </a:ln>
        </p:spPr>
      </p:pic>
      <p:sp>
        <p:nvSpPr>
          <p:cNvPr id="196" name="Google Shape;196;p32"/>
          <p:cNvSpPr txBox="1"/>
          <p:nvPr/>
        </p:nvSpPr>
        <p:spPr>
          <a:xfrm>
            <a:off x="1998266" y="4794322"/>
            <a:ext cx="207620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1" i="0">
                <a:solidFill>
                  <a:schemeClr val="dk1"/>
                </a:solidFill>
                <a:latin typeface="Arial Black"/>
                <a:ea typeface="Arial Black"/>
                <a:cs typeface="Arial Black"/>
                <a:sym typeface="Arial Black"/>
              </a:rPr>
              <a:t>DO WELL </a:t>
            </a:r>
            <a:r>
              <a:rPr lang="en" sz="1400" b="1" i="0">
                <a:solidFill>
                  <a:srgbClr val="00C782"/>
                </a:solidFill>
                <a:latin typeface="Arial Black"/>
                <a:ea typeface="Arial Black"/>
                <a:cs typeface="Arial Black"/>
                <a:sym typeface="Arial Black"/>
              </a:rPr>
              <a:t>DO GOOD</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9_Title and two sub-messages">
  <p:cSld name="9_Title and two sub-messages">
    <p:spTree>
      <p:nvGrpSpPr>
        <p:cNvPr id="1" name="Shape 197"/>
        <p:cNvGrpSpPr/>
        <p:nvPr/>
      </p:nvGrpSpPr>
      <p:grpSpPr>
        <a:xfrm>
          <a:off x="0" y="0"/>
          <a:ext cx="0" cy="0"/>
          <a:chOff x="0" y="0"/>
          <a:chExt cx="0" cy="0"/>
        </a:xfrm>
      </p:grpSpPr>
      <p:sp>
        <p:nvSpPr>
          <p:cNvPr id="198" name="Google Shape;198;p33"/>
          <p:cNvSpPr txBox="1">
            <a:spLocks noGrp="1"/>
          </p:cNvSpPr>
          <p:nvPr>
            <p:ph type="title"/>
          </p:nvPr>
        </p:nvSpPr>
        <p:spPr>
          <a:xfrm>
            <a:off x="774422" y="114819"/>
            <a:ext cx="8069180"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9" name="Google Shape;199;p33"/>
          <p:cNvSpPr txBox="1">
            <a:spLocks noGrp="1"/>
          </p:cNvSpPr>
          <p:nvPr>
            <p:ph type="body" idx="1"/>
          </p:nvPr>
        </p:nvSpPr>
        <p:spPr>
          <a:xfrm>
            <a:off x="22073" y="4972583"/>
            <a:ext cx="3872193" cy="1547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800"/>
              <a:buNone/>
              <a:defRPr sz="800"/>
            </a:lvl1pPr>
            <a:lvl2pPr marL="914400" lvl="1" indent="-279400" algn="l">
              <a:lnSpc>
                <a:spcPct val="90000"/>
              </a:lnSpc>
              <a:spcBef>
                <a:spcPts val="375"/>
              </a:spcBef>
              <a:spcAft>
                <a:spcPts val="0"/>
              </a:spcAft>
              <a:buClr>
                <a:schemeClr val="dk1"/>
              </a:buClr>
              <a:buSzPts val="800"/>
              <a:buChar char="•"/>
              <a:defRPr sz="800"/>
            </a:lvl2pPr>
            <a:lvl3pPr marL="1371600" lvl="2" indent="-279400" algn="l">
              <a:lnSpc>
                <a:spcPct val="90000"/>
              </a:lnSpc>
              <a:spcBef>
                <a:spcPts val="375"/>
              </a:spcBef>
              <a:spcAft>
                <a:spcPts val="0"/>
              </a:spcAft>
              <a:buClr>
                <a:schemeClr val="dk1"/>
              </a:buClr>
              <a:buSzPts val="800"/>
              <a:buChar char="•"/>
              <a:defRPr sz="800"/>
            </a:lvl3pPr>
            <a:lvl4pPr marL="1828800" lvl="3" indent="-279400" algn="l">
              <a:lnSpc>
                <a:spcPct val="90000"/>
              </a:lnSpc>
              <a:spcBef>
                <a:spcPts val="375"/>
              </a:spcBef>
              <a:spcAft>
                <a:spcPts val="0"/>
              </a:spcAft>
              <a:buClr>
                <a:schemeClr val="dk1"/>
              </a:buClr>
              <a:buSzPts val="800"/>
              <a:buChar char="•"/>
              <a:defRPr sz="800"/>
            </a:lvl4pPr>
            <a:lvl5pPr marL="2286000" lvl="4" indent="-279400" algn="l">
              <a:lnSpc>
                <a:spcPct val="90000"/>
              </a:lnSpc>
              <a:spcBef>
                <a:spcPts val="375"/>
              </a:spcBef>
              <a:spcAft>
                <a:spcPts val="0"/>
              </a:spcAft>
              <a:buClr>
                <a:schemeClr val="dk1"/>
              </a:buClr>
              <a:buSzPts val="800"/>
              <a:buChar char="•"/>
              <a:defRPr sz="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0" name="Google Shape;200;p33"/>
          <p:cNvSpPr txBox="1">
            <a:spLocks noGrp="1"/>
          </p:cNvSpPr>
          <p:nvPr>
            <p:ph type="body" idx="2"/>
          </p:nvPr>
        </p:nvSpPr>
        <p:spPr>
          <a:xfrm>
            <a:off x="774422" y="1424112"/>
            <a:ext cx="7594074" cy="2827849"/>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750"/>
              </a:spcBef>
              <a:spcAft>
                <a:spcPts val="0"/>
              </a:spcAft>
              <a:buClr>
                <a:srgbClr val="00C782"/>
              </a:buClr>
              <a:buSzPts val="1400"/>
              <a:buChar char="•"/>
              <a:defRPr sz="1400" b="1"/>
            </a:lvl1pPr>
            <a:lvl2pPr marL="914400" lvl="1" indent="-228600" algn="l">
              <a:lnSpc>
                <a:spcPct val="90000"/>
              </a:lnSpc>
              <a:spcBef>
                <a:spcPts val="375"/>
              </a:spcBef>
              <a:spcAft>
                <a:spcPts val="0"/>
              </a:spcAft>
              <a:buClr>
                <a:srgbClr val="00C782"/>
              </a:buClr>
              <a:buSzPts val="1400"/>
              <a:buFont typeface="Arial"/>
              <a:buNone/>
              <a:defRPr sz="14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1" name="Google Shape;201;p33"/>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pic>
        <p:nvPicPr>
          <p:cNvPr id="202" name="Google Shape;202;p33"/>
          <p:cNvPicPr preferRelativeResize="0"/>
          <p:nvPr/>
        </p:nvPicPr>
        <p:blipFill rotWithShape="1">
          <a:blip r:embed="rId2">
            <a:alphaModFix/>
          </a:blip>
          <a:srcRect/>
          <a:stretch/>
        </p:blipFill>
        <p:spPr>
          <a:xfrm>
            <a:off x="67869" y="92659"/>
            <a:ext cx="581837" cy="457306"/>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4_Title and two sub-messages">
  <p:cSld name="4_Title and two sub-messages">
    <p:spTree>
      <p:nvGrpSpPr>
        <p:cNvPr id="1" name="Shape 203"/>
        <p:cNvGrpSpPr/>
        <p:nvPr/>
      </p:nvGrpSpPr>
      <p:grpSpPr>
        <a:xfrm>
          <a:off x="0" y="0"/>
          <a:ext cx="0" cy="0"/>
          <a:chOff x="0" y="0"/>
          <a:chExt cx="0" cy="0"/>
        </a:xfrm>
      </p:grpSpPr>
      <p:sp>
        <p:nvSpPr>
          <p:cNvPr id="204" name="Google Shape;204;p34"/>
          <p:cNvSpPr txBox="1">
            <a:spLocks noGrp="1"/>
          </p:cNvSpPr>
          <p:nvPr>
            <p:ph type="title"/>
          </p:nvPr>
        </p:nvSpPr>
        <p:spPr>
          <a:xfrm>
            <a:off x="774422" y="114819"/>
            <a:ext cx="8069180"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34"/>
          <p:cNvSpPr txBox="1">
            <a:spLocks noGrp="1"/>
          </p:cNvSpPr>
          <p:nvPr>
            <p:ph type="body" idx="1"/>
          </p:nvPr>
        </p:nvSpPr>
        <p:spPr>
          <a:xfrm>
            <a:off x="903963" y="1758439"/>
            <a:ext cx="1351279" cy="778744"/>
          </a:xfrm>
          <a:prstGeom prst="rect">
            <a:avLst/>
          </a:prstGeom>
          <a:solidFill>
            <a:srgbClr val="00C782"/>
          </a:solidFill>
          <a:ln>
            <a:noFill/>
          </a:ln>
        </p:spPr>
        <p:txBody>
          <a:bodyPr spcFirstLastPara="1" wrap="square" lIns="36000" tIns="45700" rIns="36000" bIns="45700" anchor="ctr" anchorCtr="0">
            <a:normAutofit/>
          </a:bodyPr>
          <a:lstStyle>
            <a:lvl1pPr marL="457200" lvl="0" indent="-304800" algn="ctr">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6" name="Google Shape;206;p34"/>
          <p:cNvSpPr txBox="1">
            <a:spLocks noGrp="1"/>
          </p:cNvSpPr>
          <p:nvPr>
            <p:ph type="body" idx="2"/>
          </p:nvPr>
        </p:nvSpPr>
        <p:spPr>
          <a:xfrm>
            <a:off x="22073" y="4972583"/>
            <a:ext cx="3872193" cy="1547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800"/>
              <a:buNone/>
              <a:defRPr sz="800"/>
            </a:lvl1pPr>
            <a:lvl2pPr marL="914400" lvl="1" indent="-279400" algn="l">
              <a:lnSpc>
                <a:spcPct val="90000"/>
              </a:lnSpc>
              <a:spcBef>
                <a:spcPts val="375"/>
              </a:spcBef>
              <a:spcAft>
                <a:spcPts val="0"/>
              </a:spcAft>
              <a:buClr>
                <a:schemeClr val="dk1"/>
              </a:buClr>
              <a:buSzPts val="800"/>
              <a:buChar char="•"/>
              <a:defRPr sz="800"/>
            </a:lvl2pPr>
            <a:lvl3pPr marL="1371600" lvl="2" indent="-279400" algn="l">
              <a:lnSpc>
                <a:spcPct val="90000"/>
              </a:lnSpc>
              <a:spcBef>
                <a:spcPts val="375"/>
              </a:spcBef>
              <a:spcAft>
                <a:spcPts val="0"/>
              </a:spcAft>
              <a:buClr>
                <a:schemeClr val="dk1"/>
              </a:buClr>
              <a:buSzPts val="800"/>
              <a:buChar char="•"/>
              <a:defRPr sz="800"/>
            </a:lvl3pPr>
            <a:lvl4pPr marL="1828800" lvl="3" indent="-279400" algn="l">
              <a:lnSpc>
                <a:spcPct val="90000"/>
              </a:lnSpc>
              <a:spcBef>
                <a:spcPts val="375"/>
              </a:spcBef>
              <a:spcAft>
                <a:spcPts val="0"/>
              </a:spcAft>
              <a:buClr>
                <a:schemeClr val="dk1"/>
              </a:buClr>
              <a:buSzPts val="800"/>
              <a:buChar char="•"/>
              <a:defRPr sz="800"/>
            </a:lvl4pPr>
            <a:lvl5pPr marL="2286000" lvl="4" indent="-279400" algn="l">
              <a:lnSpc>
                <a:spcPct val="90000"/>
              </a:lnSpc>
              <a:spcBef>
                <a:spcPts val="375"/>
              </a:spcBef>
              <a:spcAft>
                <a:spcPts val="0"/>
              </a:spcAft>
              <a:buClr>
                <a:schemeClr val="dk1"/>
              </a:buClr>
              <a:buSzPts val="800"/>
              <a:buChar char="•"/>
              <a:defRPr sz="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7" name="Google Shape;207;p34"/>
          <p:cNvSpPr txBox="1">
            <a:spLocks noGrp="1"/>
          </p:cNvSpPr>
          <p:nvPr>
            <p:ph type="body" idx="3"/>
          </p:nvPr>
        </p:nvSpPr>
        <p:spPr>
          <a:xfrm>
            <a:off x="903963" y="2747138"/>
            <a:ext cx="1351279" cy="778744"/>
          </a:xfrm>
          <a:prstGeom prst="rect">
            <a:avLst/>
          </a:prstGeom>
          <a:solidFill>
            <a:srgbClr val="00C782"/>
          </a:solidFill>
          <a:ln>
            <a:noFill/>
          </a:ln>
        </p:spPr>
        <p:txBody>
          <a:bodyPr spcFirstLastPara="1" wrap="square" lIns="36000" tIns="45700" rIns="36000" bIns="45700" anchor="ctr" anchorCtr="0">
            <a:normAutofit/>
          </a:bodyPr>
          <a:lstStyle>
            <a:lvl1pPr marL="457200" lvl="0" indent="-304800" algn="ctr">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8" name="Google Shape;208;p34"/>
          <p:cNvSpPr txBox="1">
            <a:spLocks noGrp="1"/>
          </p:cNvSpPr>
          <p:nvPr>
            <p:ph type="body" idx="4"/>
          </p:nvPr>
        </p:nvSpPr>
        <p:spPr>
          <a:xfrm>
            <a:off x="903963" y="3779513"/>
            <a:ext cx="1351279" cy="778744"/>
          </a:xfrm>
          <a:prstGeom prst="rect">
            <a:avLst/>
          </a:prstGeom>
          <a:solidFill>
            <a:srgbClr val="00C782"/>
          </a:solidFill>
          <a:ln>
            <a:noFill/>
          </a:ln>
        </p:spPr>
        <p:txBody>
          <a:bodyPr spcFirstLastPara="1" wrap="square" lIns="36000" tIns="45700" rIns="36000" bIns="45700" anchor="ctr" anchorCtr="0">
            <a:normAutofit/>
          </a:bodyPr>
          <a:lstStyle>
            <a:lvl1pPr marL="457200" lvl="0" indent="-304800" algn="ctr">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9" name="Google Shape;209;p34"/>
          <p:cNvSpPr txBox="1">
            <a:spLocks noGrp="1"/>
          </p:cNvSpPr>
          <p:nvPr>
            <p:ph type="body" idx="5"/>
          </p:nvPr>
        </p:nvSpPr>
        <p:spPr>
          <a:xfrm>
            <a:off x="2596194" y="1758439"/>
            <a:ext cx="5401913" cy="778744"/>
          </a:xfrm>
          <a:prstGeom prst="rect">
            <a:avLst/>
          </a:prstGeom>
          <a:noFill/>
          <a:ln>
            <a:noFill/>
          </a:ln>
        </p:spPr>
        <p:txBody>
          <a:bodyPr spcFirstLastPara="1" wrap="square" lIns="91425" tIns="45700" rIns="91425" bIns="45700" anchor="t" anchorCtr="0">
            <a:normAutofit/>
          </a:bodyPr>
          <a:lstStyle>
            <a:lvl1pPr marL="457200" lvl="0" indent="-304800" algn="l">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10" name="Google Shape;210;p34"/>
          <p:cNvSpPr txBox="1">
            <a:spLocks noGrp="1"/>
          </p:cNvSpPr>
          <p:nvPr>
            <p:ph type="body" idx="6"/>
          </p:nvPr>
        </p:nvSpPr>
        <p:spPr>
          <a:xfrm>
            <a:off x="2596194" y="2747138"/>
            <a:ext cx="5401913" cy="778744"/>
          </a:xfrm>
          <a:prstGeom prst="rect">
            <a:avLst/>
          </a:prstGeom>
          <a:noFill/>
          <a:ln>
            <a:noFill/>
          </a:ln>
        </p:spPr>
        <p:txBody>
          <a:bodyPr spcFirstLastPara="1" wrap="square" lIns="91425" tIns="45700" rIns="91425" bIns="45700" anchor="t" anchorCtr="0">
            <a:normAutofit/>
          </a:bodyPr>
          <a:lstStyle>
            <a:lvl1pPr marL="457200" lvl="0" indent="-304800" algn="l">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11" name="Google Shape;211;p34"/>
          <p:cNvSpPr txBox="1">
            <a:spLocks noGrp="1"/>
          </p:cNvSpPr>
          <p:nvPr>
            <p:ph type="body" idx="7"/>
          </p:nvPr>
        </p:nvSpPr>
        <p:spPr>
          <a:xfrm>
            <a:off x="2596194" y="3779513"/>
            <a:ext cx="5401913" cy="778744"/>
          </a:xfrm>
          <a:prstGeom prst="rect">
            <a:avLst/>
          </a:prstGeom>
          <a:noFill/>
          <a:ln>
            <a:noFill/>
          </a:ln>
        </p:spPr>
        <p:txBody>
          <a:bodyPr spcFirstLastPara="1" wrap="square" lIns="91425" tIns="45700" rIns="91425" bIns="45700" anchor="t" anchorCtr="0">
            <a:normAutofit/>
          </a:bodyPr>
          <a:lstStyle>
            <a:lvl1pPr marL="457200" lvl="0" indent="-304800" algn="l">
              <a:lnSpc>
                <a:spcPct val="90000"/>
              </a:lnSpc>
              <a:spcBef>
                <a:spcPts val="750"/>
              </a:spcBef>
              <a:spcAft>
                <a:spcPts val="0"/>
              </a:spcAft>
              <a:buClr>
                <a:srgbClr val="00C782"/>
              </a:buClr>
              <a:buSzPts val="1200"/>
              <a:buChar char="•"/>
              <a:defRPr sz="1200" b="1"/>
            </a:lvl1pPr>
            <a:lvl2pPr marL="914400" lvl="1" indent="-304800" algn="l">
              <a:lnSpc>
                <a:spcPct val="90000"/>
              </a:lnSpc>
              <a:spcBef>
                <a:spcPts val="375"/>
              </a:spcBef>
              <a:spcAft>
                <a:spcPts val="0"/>
              </a:spcAft>
              <a:buClr>
                <a:srgbClr val="00C782"/>
              </a:buClr>
              <a:buSzPts val="1200"/>
              <a:buFont typeface="Arial"/>
              <a:buChar char="-"/>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12" name="Google Shape;212;p34"/>
          <p:cNvSpPr txBox="1">
            <a:spLocks noGrp="1"/>
          </p:cNvSpPr>
          <p:nvPr>
            <p:ph type="body" idx="8"/>
          </p:nvPr>
        </p:nvSpPr>
        <p:spPr>
          <a:xfrm>
            <a:off x="2596194" y="1074152"/>
            <a:ext cx="4586927" cy="25216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00C782"/>
              </a:buClr>
              <a:buSzPts val="1200"/>
              <a:buNone/>
              <a:defRPr sz="1200" b="1"/>
            </a:lvl1pPr>
            <a:lvl2pPr marL="914400" lvl="1" indent="-228600" algn="l">
              <a:lnSpc>
                <a:spcPct val="90000"/>
              </a:lnSpc>
              <a:spcBef>
                <a:spcPts val="375"/>
              </a:spcBef>
              <a:spcAft>
                <a:spcPts val="0"/>
              </a:spcAft>
              <a:buClr>
                <a:srgbClr val="00C782"/>
              </a:buClr>
              <a:buSzPts val="1200"/>
              <a:buFont typeface="Arial"/>
              <a:buNone/>
              <a:defRPr sz="1200"/>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13" name="Google Shape;213;p34"/>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pic>
        <p:nvPicPr>
          <p:cNvPr id="214" name="Google Shape;214;p34"/>
          <p:cNvPicPr preferRelativeResize="0"/>
          <p:nvPr/>
        </p:nvPicPr>
        <p:blipFill rotWithShape="1">
          <a:blip r:embed="rId2">
            <a:alphaModFix/>
          </a:blip>
          <a:srcRect/>
          <a:stretch/>
        </p:blipFill>
        <p:spPr>
          <a:xfrm>
            <a:off x="67869" y="92659"/>
            <a:ext cx="581837" cy="457306"/>
          </a:xfrm>
          <a:prstGeom prst="rect">
            <a:avLst/>
          </a:prstGeom>
          <a:noFill/>
          <a:ln>
            <a:noFill/>
          </a:ln>
        </p:spPr>
      </p:pic>
      <p:pic>
        <p:nvPicPr>
          <p:cNvPr id="215" name="Google Shape;215;p34" descr="Aptiv connect icon"/>
          <p:cNvPicPr preferRelativeResize="0"/>
          <p:nvPr/>
        </p:nvPicPr>
        <p:blipFill rotWithShape="1">
          <a:blip r:embed="rId3">
            <a:alphaModFix/>
          </a:blip>
          <a:srcRect/>
          <a:stretch/>
        </p:blipFill>
        <p:spPr>
          <a:xfrm>
            <a:off x="774422" y="950871"/>
            <a:ext cx="1480820" cy="786484"/>
          </a:xfrm>
          <a:prstGeom prst="rect">
            <a:avLst/>
          </a:prstGeom>
          <a:noFill/>
          <a:ln>
            <a:noFill/>
          </a:ln>
        </p:spPr>
      </p:pic>
      <p:sp>
        <p:nvSpPr>
          <p:cNvPr id="216" name="Google Shape;216;p34" descr="edge"/>
          <p:cNvSpPr/>
          <p:nvPr/>
        </p:nvSpPr>
        <p:spPr>
          <a:xfrm>
            <a:off x="4419600" y="241935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5_Title and two sub-messages">
  <p:cSld name="5_Title and two sub-messages">
    <p:spTree>
      <p:nvGrpSpPr>
        <p:cNvPr id="1" name="Shape 217"/>
        <p:cNvGrpSpPr/>
        <p:nvPr/>
      </p:nvGrpSpPr>
      <p:grpSpPr>
        <a:xfrm>
          <a:off x="0" y="0"/>
          <a:ext cx="0" cy="0"/>
          <a:chOff x="0" y="0"/>
          <a:chExt cx="0" cy="0"/>
        </a:xfrm>
      </p:grpSpPr>
      <p:sp>
        <p:nvSpPr>
          <p:cNvPr id="218" name="Google Shape;218;p35"/>
          <p:cNvSpPr txBox="1">
            <a:spLocks noGrp="1"/>
          </p:cNvSpPr>
          <p:nvPr>
            <p:ph type="title"/>
          </p:nvPr>
        </p:nvSpPr>
        <p:spPr>
          <a:xfrm>
            <a:off x="774422" y="114819"/>
            <a:ext cx="8069180"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9" name="Google Shape;219;p35"/>
          <p:cNvSpPr txBox="1">
            <a:spLocks noGrp="1"/>
          </p:cNvSpPr>
          <p:nvPr>
            <p:ph type="body" idx="1"/>
          </p:nvPr>
        </p:nvSpPr>
        <p:spPr>
          <a:xfrm>
            <a:off x="22073" y="4772949"/>
            <a:ext cx="3872193" cy="37055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800"/>
              <a:buNone/>
              <a:defRPr sz="800"/>
            </a:lvl1pPr>
            <a:lvl2pPr marL="914400" lvl="1" indent="-279400" algn="l">
              <a:lnSpc>
                <a:spcPct val="90000"/>
              </a:lnSpc>
              <a:spcBef>
                <a:spcPts val="375"/>
              </a:spcBef>
              <a:spcAft>
                <a:spcPts val="0"/>
              </a:spcAft>
              <a:buClr>
                <a:schemeClr val="dk1"/>
              </a:buClr>
              <a:buSzPts val="800"/>
              <a:buChar char="•"/>
              <a:defRPr sz="800"/>
            </a:lvl2pPr>
            <a:lvl3pPr marL="1371600" lvl="2" indent="-279400" algn="l">
              <a:lnSpc>
                <a:spcPct val="90000"/>
              </a:lnSpc>
              <a:spcBef>
                <a:spcPts val="375"/>
              </a:spcBef>
              <a:spcAft>
                <a:spcPts val="0"/>
              </a:spcAft>
              <a:buClr>
                <a:schemeClr val="dk1"/>
              </a:buClr>
              <a:buSzPts val="800"/>
              <a:buChar char="•"/>
              <a:defRPr sz="800"/>
            </a:lvl3pPr>
            <a:lvl4pPr marL="1828800" lvl="3" indent="-279400" algn="l">
              <a:lnSpc>
                <a:spcPct val="90000"/>
              </a:lnSpc>
              <a:spcBef>
                <a:spcPts val="375"/>
              </a:spcBef>
              <a:spcAft>
                <a:spcPts val="0"/>
              </a:spcAft>
              <a:buClr>
                <a:schemeClr val="dk1"/>
              </a:buClr>
              <a:buSzPts val="800"/>
              <a:buChar char="•"/>
              <a:defRPr sz="800"/>
            </a:lvl4pPr>
            <a:lvl5pPr marL="2286000" lvl="4" indent="-279400" algn="l">
              <a:lnSpc>
                <a:spcPct val="90000"/>
              </a:lnSpc>
              <a:spcBef>
                <a:spcPts val="375"/>
              </a:spcBef>
              <a:spcAft>
                <a:spcPts val="0"/>
              </a:spcAft>
              <a:buClr>
                <a:schemeClr val="dk1"/>
              </a:buClr>
              <a:buSzPts val="800"/>
              <a:buChar char="•"/>
              <a:defRPr sz="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20" name="Google Shape;220;p35"/>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pic>
        <p:nvPicPr>
          <p:cNvPr id="221" name="Google Shape;221;p35"/>
          <p:cNvPicPr preferRelativeResize="0"/>
          <p:nvPr/>
        </p:nvPicPr>
        <p:blipFill rotWithShape="1">
          <a:blip r:embed="rId2">
            <a:alphaModFix/>
          </a:blip>
          <a:srcRect/>
          <a:stretch/>
        </p:blipFill>
        <p:spPr>
          <a:xfrm>
            <a:off x="67869" y="92659"/>
            <a:ext cx="581837" cy="457306"/>
          </a:xfrm>
          <a:prstGeom prst="rect">
            <a:avLst/>
          </a:prstGeom>
          <a:noFill/>
          <a:ln>
            <a:noFill/>
          </a:ln>
        </p:spPr>
      </p:pic>
      <p:sp>
        <p:nvSpPr>
          <p:cNvPr id="222" name="Google Shape;222;p35"/>
          <p:cNvSpPr txBox="1">
            <a:spLocks noGrp="1"/>
          </p:cNvSpPr>
          <p:nvPr>
            <p:ph type="body" idx="2"/>
          </p:nvPr>
        </p:nvSpPr>
        <p:spPr>
          <a:xfrm>
            <a:off x="774422" y="1882071"/>
            <a:ext cx="3725111" cy="332959"/>
          </a:xfrm>
          <a:prstGeom prst="rect">
            <a:avLst/>
          </a:prstGeom>
          <a:solidFill>
            <a:srgbClr val="00C782"/>
          </a:solidFill>
          <a:ln>
            <a:noFill/>
          </a:ln>
        </p:spPr>
        <p:txBody>
          <a:bodyPr spcFirstLastPara="1" wrap="square" lIns="91425" tIns="45700" rIns="91425" bIns="45700" anchor="t" anchorCtr="0">
            <a:normAutofit/>
          </a:bodyPr>
          <a:lstStyle>
            <a:lvl1pPr marL="457200" lvl="0" indent="-304800" algn="l">
              <a:lnSpc>
                <a:spcPct val="90000"/>
              </a:lnSpc>
              <a:spcBef>
                <a:spcPts val="750"/>
              </a:spcBef>
              <a:spcAft>
                <a:spcPts val="0"/>
              </a:spcAft>
              <a:buClr>
                <a:schemeClr val="dk1"/>
              </a:buClr>
              <a:buSzPts val="1200"/>
              <a:buChar char="•"/>
              <a:defRPr sz="1200" b="1"/>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23" name="Google Shape;223;p35"/>
          <p:cNvSpPr txBox="1">
            <a:spLocks noGrp="1"/>
          </p:cNvSpPr>
          <p:nvPr>
            <p:ph type="body" idx="3"/>
          </p:nvPr>
        </p:nvSpPr>
        <p:spPr>
          <a:xfrm>
            <a:off x="5118490" y="1882070"/>
            <a:ext cx="3725111" cy="332959"/>
          </a:xfrm>
          <a:prstGeom prst="rect">
            <a:avLst/>
          </a:prstGeom>
          <a:solidFill>
            <a:srgbClr val="00C782"/>
          </a:solidFill>
          <a:ln>
            <a:noFill/>
          </a:ln>
        </p:spPr>
        <p:txBody>
          <a:bodyPr spcFirstLastPara="1" wrap="square" lIns="91425" tIns="45700" rIns="91425" bIns="45700" anchor="t" anchorCtr="0">
            <a:normAutofit/>
          </a:bodyPr>
          <a:lstStyle>
            <a:lvl1pPr marL="457200" lvl="0" indent="-304800" algn="l">
              <a:lnSpc>
                <a:spcPct val="90000"/>
              </a:lnSpc>
              <a:spcBef>
                <a:spcPts val="750"/>
              </a:spcBef>
              <a:spcAft>
                <a:spcPts val="0"/>
              </a:spcAft>
              <a:buClr>
                <a:schemeClr val="dk1"/>
              </a:buClr>
              <a:buSzPts val="1200"/>
              <a:buChar char="•"/>
              <a:defRPr sz="1200" b="1"/>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24" name="Google Shape;224;p35"/>
          <p:cNvSpPr txBox="1">
            <a:spLocks noGrp="1"/>
          </p:cNvSpPr>
          <p:nvPr>
            <p:ph type="body" idx="4"/>
          </p:nvPr>
        </p:nvSpPr>
        <p:spPr>
          <a:xfrm>
            <a:off x="5118491" y="2483470"/>
            <a:ext cx="3725111" cy="1918619"/>
          </a:xfrm>
          <a:prstGeom prst="rect">
            <a:avLst/>
          </a:prstGeom>
          <a:noFill/>
          <a:ln>
            <a:noFill/>
          </a:ln>
        </p:spPr>
        <p:txBody>
          <a:bodyPr spcFirstLastPara="1" wrap="square" lIns="91425" tIns="45700" rIns="91425" bIns="45700" anchor="t" anchorCtr="0">
            <a:normAutofit/>
          </a:bodyPr>
          <a:lstStyle>
            <a:lvl1pPr marL="457200" lvl="0" indent="-304800" algn="l">
              <a:lnSpc>
                <a:spcPct val="90000"/>
              </a:lnSpc>
              <a:spcBef>
                <a:spcPts val="750"/>
              </a:spcBef>
              <a:spcAft>
                <a:spcPts val="0"/>
              </a:spcAft>
              <a:buClr>
                <a:schemeClr val="dk1"/>
              </a:buClr>
              <a:buSzPts val="1200"/>
              <a:buChar char="•"/>
              <a:defRPr sz="1200"/>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25" name="Google Shape;225;p35"/>
          <p:cNvSpPr txBox="1">
            <a:spLocks noGrp="1"/>
          </p:cNvSpPr>
          <p:nvPr>
            <p:ph type="body" idx="5"/>
          </p:nvPr>
        </p:nvSpPr>
        <p:spPr>
          <a:xfrm>
            <a:off x="774421" y="2483470"/>
            <a:ext cx="3725111" cy="1918619"/>
          </a:xfrm>
          <a:prstGeom prst="rect">
            <a:avLst/>
          </a:prstGeom>
          <a:noFill/>
          <a:ln>
            <a:noFill/>
          </a:ln>
        </p:spPr>
        <p:txBody>
          <a:bodyPr spcFirstLastPara="1" wrap="square" lIns="91425" tIns="45700" rIns="91425" bIns="45700" anchor="t" anchorCtr="0">
            <a:normAutofit/>
          </a:bodyPr>
          <a:lstStyle>
            <a:lvl1pPr marL="457200" lvl="0" indent="-304800" algn="l">
              <a:lnSpc>
                <a:spcPct val="90000"/>
              </a:lnSpc>
              <a:spcBef>
                <a:spcPts val="750"/>
              </a:spcBef>
              <a:spcAft>
                <a:spcPts val="0"/>
              </a:spcAft>
              <a:buClr>
                <a:schemeClr val="dk1"/>
              </a:buClr>
              <a:buSzPts val="1200"/>
              <a:buFont typeface="Arial"/>
              <a:buChar char="•"/>
              <a:defRPr sz="1200">
                <a:latin typeface="Arial"/>
                <a:ea typeface="Arial"/>
                <a:cs typeface="Arial"/>
                <a:sym typeface="Arial"/>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pic>
        <p:nvPicPr>
          <p:cNvPr id="226" name="Google Shape;226;p35" descr="Aptiv | Home - Global Technology Company"/>
          <p:cNvPicPr preferRelativeResize="0"/>
          <p:nvPr/>
        </p:nvPicPr>
        <p:blipFill rotWithShape="1">
          <a:blip r:embed="rId3">
            <a:alphaModFix/>
          </a:blip>
          <a:srcRect/>
          <a:stretch/>
        </p:blipFill>
        <p:spPr>
          <a:xfrm>
            <a:off x="774422" y="864053"/>
            <a:ext cx="3725110" cy="1018017"/>
          </a:xfrm>
          <a:prstGeom prst="rect">
            <a:avLst/>
          </a:prstGeom>
          <a:noFill/>
          <a:ln>
            <a:noFill/>
          </a:ln>
        </p:spPr>
      </p:pic>
      <p:pic>
        <p:nvPicPr>
          <p:cNvPr id="227" name="Google Shape;227;p35"/>
          <p:cNvPicPr preferRelativeResize="0"/>
          <p:nvPr/>
        </p:nvPicPr>
        <p:blipFill rotWithShape="1">
          <a:blip r:embed="rId4">
            <a:alphaModFix/>
          </a:blip>
          <a:srcRect/>
          <a:stretch/>
        </p:blipFill>
        <p:spPr>
          <a:xfrm>
            <a:off x="5118489" y="864053"/>
            <a:ext cx="3725110" cy="1018017"/>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6_Title and two sub-messages">
  <p:cSld name="6_Title and two sub-messages">
    <p:spTree>
      <p:nvGrpSpPr>
        <p:cNvPr id="1" name="Shape 228"/>
        <p:cNvGrpSpPr/>
        <p:nvPr/>
      </p:nvGrpSpPr>
      <p:grpSpPr>
        <a:xfrm>
          <a:off x="0" y="0"/>
          <a:ext cx="0" cy="0"/>
          <a:chOff x="0" y="0"/>
          <a:chExt cx="0" cy="0"/>
        </a:xfrm>
      </p:grpSpPr>
      <p:sp>
        <p:nvSpPr>
          <p:cNvPr id="229" name="Google Shape;229;p36"/>
          <p:cNvSpPr txBox="1">
            <a:spLocks noGrp="1"/>
          </p:cNvSpPr>
          <p:nvPr>
            <p:ph type="title"/>
          </p:nvPr>
        </p:nvSpPr>
        <p:spPr>
          <a:xfrm>
            <a:off x="774422" y="114819"/>
            <a:ext cx="8069180"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0" name="Google Shape;230;p36"/>
          <p:cNvSpPr txBox="1">
            <a:spLocks noGrp="1"/>
          </p:cNvSpPr>
          <p:nvPr>
            <p:ph type="body" idx="1"/>
          </p:nvPr>
        </p:nvSpPr>
        <p:spPr>
          <a:xfrm>
            <a:off x="22073" y="4972583"/>
            <a:ext cx="3872193" cy="1547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800"/>
              <a:buNone/>
              <a:defRPr sz="800"/>
            </a:lvl1pPr>
            <a:lvl2pPr marL="914400" lvl="1" indent="-279400" algn="l">
              <a:lnSpc>
                <a:spcPct val="90000"/>
              </a:lnSpc>
              <a:spcBef>
                <a:spcPts val="375"/>
              </a:spcBef>
              <a:spcAft>
                <a:spcPts val="0"/>
              </a:spcAft>
              <a:buClr>
                <a:schemeClr val="dk1"/>
              </a:buClr>
              <a:buSzPts val="800"/>
              <a:buChar char="•"/>
              <a:defRPr sz="800"/>
            </a:lvl2pPr>
            <a:lvl3pPr marL="1371600" lvl="2" indent="-279400" algn="l">
              <a:lnSpc>
                <a:spcPct val="90000"/>
              </a:lnSpc>
              <a:spcBef>
                <a:spcPts val="375"/>
              </a:spcBef>
              <a:spcAft>
                <a:spcPts val="0"/>
              </a:spcAft>
              <a:buClr>
                <a:schemeClr val="dk1"/>
              </a:buClr>
              <a:buSzPts val="800"/>
              <a:buChar char="•"/>
              <a:defRPr sz="800"/>
            </a:lvl3pPr>
            <a:lvl4pPr marL="1828800" lvl="3" indent="-279400" algn="l">
              <a:lnSpc>
                <a:spcPct val="90000"/>
              </a:lnSpc>
              <a:spcBef>
                <a:spcPts val="375"/>
              </a:spcBef>
              <a:spcAft>
                <a:spcPts val="0"/>
              </a:spcAft>
              <a:buClr>
                <a:schemeClr val="dk1"/>
              </a:buClr>
              <a:buSzPts val="800"/>
              <a:buChar char="•"/>
              <a:defRPr sz="800"/>
            </a:lvl4pPr>
            <a:lvl5pPr marL="2286000" lvl="4" indent="-279400" algn="l">
              <a:lnSpc>
                <a:spcPct val="90000"/>
              </a:lnSpc>
              <a:spcBef>
                <a:spcPts val="375"/>
              </a:spcBef>
              <a:spcAft>
                <a:spcPts val="0"/>
              </a:spcAft>
              <a:buClr>
                <a:schemeClr val="dk1"/>
              </a:buClr>
              <a:buSzPts val="800"/>
              <a:buChar char="•"/>
              <a:defRPr sz="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1" name="Google Shape;231;p36"/>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pic>
        <p:nvPicPr>
          <p:cNvPr id="232" name="Google Shape;232;p36"/>
          <p:cNvPicPr preferRelativeResize="0"/>
          <p:nvPr/>
        </p:nvPicPr>
        <p:blipFill rotWithShape="1">
          <a:blip r:embed="rId2">
            <a:alphaModFix/>
          </a:blip>
          <a:srcRect/>
          <a:stretch/>
        </p:blipFill>
        <p:spPr>
          <a:xfrm>
            <a:off x="67869" y="92659"/>
            <a:ext cx="581837" cy="457306"/>
          </a:xfrm>
          <a:prstGeom prst="rect">
            <a:avLst/>
          </a:prstGeom>
          <a:noFill/>
          <a:ln>
            <a:noFill/>
          </a:ln>
        </p:spPr>
      </p:pic>
      <p:pic>
        <p:nvPicPr>
          <p:cNvPr id="233" name="Google Shape;233;p36"/>
          <p:cNvPicPr preferRelativeResize="0"/>
          <p:nvPr/>
        </p:nvPicPr>
        <p:blipFill rotWithShape="1">
          <a:blip r:embed="rId3">
            <a:alphaModFix/>
          </a:blip>
          <a:srcRect/>
          <a:stretch/>
        </p:blipFill>
        <p:spPr>
          <a:xfrm>
            <a:off x="3894266" y="1021772"/>
            <a:ext cx="4949336" cy="1943101"/>
          </a:xfrm>
          <a:prstGeom prst="rect">
            <a:avLst/>
          </a:prstGeom>
          <a:noFill/>
          <a:ln>
            <a:noFill/>
          </a:ln>
        </p:spPr>
      </p:pic>
      <p:sp>
        <p:nvSpPr>
          <p:cNvPr id="234" name="Google Shape;234;p36"/>
          <p:cNvSpPr txBox="1"/>
          <p:nvPr/>
        </p:nvSpPr>
        <p:spPr>
          <a:xfrm>
            <a:off x="5343233" y="1059826"/>
            <a:ext cx="131959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200">
                <a:solidFill>
                  <a:schemeClr val="dk1"/>
                </a:solidFill>
                <a:latin typeface="Arial"/>
                <a:ea typeface="Arial"/>
                <a:cs typeface="Arial"/>
                <a:sym typeface="Arial"/>
              </a:rPr>
              <a:t>Road to net zero</a:t>
            </a:r>
            <a:endParaRPr/>
          </a:p>
        </p:txBody>
      </p:sp>
      <p:sp>
        <p:nvSpPr>
          <p:cNvPr id="235" name="Google Shape;235;p36"/>
          <p:cNvSpPr txBox="1"/>
          <p:nvPr/>
        </p:nvSpPr>
        <p:spPr>
          <a:xfrm>
            <a:off x="4142510" y="3033591"/>
            <a:ext cx="4701092" cy="193899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Aptiv has reduced its CO2 emissions by 41% </a:t>
            </a:r>
            <a:endParaRPr/>
          </a:p>
          <a:p>
            <a:pPr marL="285750" marR="0" lvl="0" indent="-285750" algn="l" rtl="0">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Water consumption by 38%</a:t>
            </a:r>
            <a:endParaRPr/>
          </a:p>
          <a:p>
            <a:pPr marL="285750" marR="0" lvl="0" indent="-285750" algn="l" rtl="0">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Waste disposal by 32%, exceeding prior environmental targets</a:t>
            </a:r>
            <a:endParaRPr/>
          </a:p>
          <a:p>
            <a:pPr marL="285750" marR="0" lvl="0" indent="-285750" algn="l" rtl="0">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The Shanghai Connection Systems plant partnered with the local utility authorities to install solar panels on its roof. Solar panels are expected to produce more than 2.9 Million kWh of electricity and reduce CO2 emissions by 1600 tons annually. Overall it is expected to save about $3,72,000 annually in power costs.</a:t>
            </a:r>
            <a:endParaRPr/>
          </a:p>
          <a:p>
            <a:pPr marL="285750" marR="0" lvl="0" indent="-20955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p:txBody>
      </p:sp>
      <p:pic>
        <p:nvPicPr>
          <p:cNvPr id="236" name="Google Shape;236;p36" descr="On the Road to Carbon Neutrality, Every Kilowatt Counts"/>
          <p:cNvPicPr preferRelativeResize="0"/>
          <p:nvPr/>
        </p:nvPicPr>
        <p:blipFill rotWithShape="1">
          <a:blip r:embed="rId4">
            <a:alphaModFix/>
          </a:blip>
          <a:srcRect/>
          <a:stretch/>
        </p:blipFill>
        <p:spPr>
          <a:xfrm>
            <a:off x="774422" y="990970"/>
            <a:ext cx="3214188" cy="1973903"/>
          </a:xfrm>
          <a:prstGeom prst="rect">
            <a:avLst/>
          </a:prstGeom>
          <a:noFill/>
          <a:ln>
            <a:noFill/>
          </a:ln>
        </p:spPr>
      </p:pic>
      <p:pic>
        <p:nvPicPr>
          <p:cNvPr id="237" name="Google Shape;237;p36"/>
          <p:cNvPicPr preferRelativeResize="0"/>
          <p:nvPr/>
        </p:nvPicPr>
        <p:blipFill rotWithShape="1">
          <a:blip r:embed="rId5">
            <a:alphaModFix/>
          </a:blip>
          <a:srcRect/>
          <a:stretch/>
        </p:blipFill>
        <p:spPr>
          <a:xfrm>
            <a:off x="774422" y="2981776"/>
            <a:ext cx="3214188" cy="197390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7_Title and two sub-messages">
  <p:cSld name="7_Title and two sub-messages">
    <p:spTree>
      <p:nvGrpSpPr>
        <p:cNvPr id="1" name="Shape 238"/>
        <p:cNvGrpSpPr/>
        <p:nvPr/>
      </p:nvGrpSpPr>
      <p:grpSpPr>
        <a:xfrm>
          <a:off x="0" y="0"/>
          <a:ext cx="0" cy="0"/>
          <a:chOff x="0" y="0"/>
          <a:chExt cx="0" cy="0"/>
        </a:xfrm>
      </p:grpSpPr>
      <p:sp>
        <p:nvSpPr>
          <p:cNvPr id="239" name="Google Shape;239;p37"/>
          <p:cNvSpPr txBox="1">
            <a:spLocks noGrp="1"/>
          </p:cNvSpPr>
          <p:nvPr>
            <p:ph type="title"/>
          </p:nvPr>
        </p:nvSpPr>
        <p:spPr>
          <a:xfrm>
            <a:off x="774422" y="114819"/>
            <a:ext cx="8069180"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0" name="Google Shape;240;p37"/>
          <p:cNvSpPr txBox="1">
            <a:spLocks noGrp="1"/>
          </p:cNvSpPr>
          <p:nvPr>
            <p:ph type="body" idx="1"/>
          </p:nvPr>
        </p:nvSpPr>
        <p:spPr>
          <a:xfrm>
            <a:off x="22073" y="4972583"/>
            <a:ext cx="3872193" cy="1547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800"/>
              <a:buNone/>
              <a:defRPr sz="800"/>
            </a:lvl1pPr>
            <a:lvl2pPr marL="914400" lvl="1" indent="-279400" algn="l">
              <a:lnSpc>
                <a:spcPct val="90000"/>
              </a:lnSpc>
              <a:spcBef>
                <a:spcPts val="375"/>
              </a:spcBef>
              <a:spcAft>
                <a:spcPts val="0"/>
              </a:spcAft>
              <a:buClr>
                <a:schemeClr val="dk1"/>
              </a:buClr>
              <a:buSzPts val="800"/>
              <a:buChar char="•"/>
              <a:defRPr sz="800"/>
            </a:lvl2pPr>
            <a:lvl3pPr marL="1371600" lvl="2" indent="-279400" algn="l">
              <a:lnSpc>
                <a:spcPct val="90000"/>
              </a:lnSpc>
              <a:spcBef>
                <a:spcPts val="375"/>
              </a:spcBef>
              <a:spcAft>
                <a:spcPts val="0"/>
              </a:spcAft>
              <a:buClr>
                <a:schemeClr val="dk1"/>
              </a:buClr>
              <a:buSzPts val="800"/>
              <a:buChar char="•"/>
              <a:defRPr sz="800"/>
            </a:lvl3pPr>
            <a:lvl4pPr marL="1828800" lvl="3" indent="-279400" algn="l">
              <a:lnSpc>
                <a:spcPct val="90000"/>
              </a:lnSpc>
              <a:spcBef>
                <a:spcPts val="375"/>
              </a:spcBef>
              <a:spcAft>
                <a:spcPts val="0"/>
              </a:spcAft>
              <a:buClr>
                <a:schemeClr val="dk1"/>
              </a:buClr>
              <a:buSzPts val="800"/>
              <a:buChar char="•"/>
              <a:defRPr sz="800"/>
            </a:lvl4pPr>
            <a:lvl5pPr marL="2286000" lvl="4" indent="-279400" algn="l">
              <a:lnSpc>
                <a:spcPct val="90000"/>
              </a:lnSpc>
              <a:spcBef>
                <a:spcPts val="375"/>
              </a:spcBef>
              <a:spcAft>
                <a:spcPts val="0"/>
              </a:spcAft>
              <a:buClr>
                <a:schemeClr val="dk1"/>
              </a:buClr>
              <a:buSzPts val="800"/>
              <a:buChar char="•"/>
              <a:defRPr sz="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41" name="Google Shape;241;p37"/>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pic>
        <p:nvPicPr>
          <p:cNvPr id="242" name="Google Shape;242;p37"/>
          <p:cNvPicPr preferRelativeResize="0"/>
          <p:nvPr/>
        </p:nvPicPr>
        <p:blipFill rotWithShape="1">
          <a:blip r:embed="rId2">
            <a:alphaModFix/>
          </a:blip>
          <a:srcRect/>
          <a:stretch/>
        </p:blipFill>
        <p:spPr>
          <a:xfrm>
            <a:off x="67869" y="92659"/>
            <a:ext cx="581837" cy="457306"/>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8_Title and two sub-messages">
  <p:cSld name="8_Title and two sub-messages">
    <p:spTree>
      <p:nvGrpSpPr>
        <p:cNvPr id="1" name="Shape 243"/>
        <p:cNvGrpSpPr/>
        <p:nvPr/>
      </p:nvGrpSpPr>
      <p:grpSpPr>
        <a:xfrm>
          <a:off x="0" y="0"/>
          <a:ext cx="0" cy="0"/>
          <a:chOff x="0" y="0"/>
          <a:chExt cx="0" cy="0"/>
        </a:xfrm>
      </p:grpSpPr>
      <p:sp>
        <p:nvSpPr>
          <p:cNvPr id="244" name="Google Shape;244;p38"/>
          <p:cNvSpPr txBox="1">
            <a:spLocks noGrp="1"/>
          </p:cNvSpPr>
          <p:nvPr>
            <p:ph type="title"/>
          </p:nvPr>
        </p:nvSpPr>
        <p:spPr>
          <a:xfrm>
            <a:off x="774422" y="114819"/>
            <a:ext cx="8069180" cy="74923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5" name="Google Shape;245;p38"/>
          <p:cNvSpPr txBox="1">
            <a:spLocks noGrp="1"/>
          </p:cNvSpPr>
          <p:nvPr>
            <p:ph type="body" idx="1"/>
          </p:nvPr>
        </p:nvSpPr>
        <p:spPr>
          <a:xfrm>
            <a:off x="22073" y="4972583"/>
            <a:ext cx="3872193" cy="1547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800"/>
              <a:buNone/>
              <a:defRPr sz="800"/>
            </a:lvl1pPr>
            <a:lvl2pPr marL="914400" lvl="1" indent="-279400" algn="l">
              <a:lnSpc>
                <a:spcPct val="90000"/>
              </a:lnSpc>
              <a:spcBef>
                <a:spcPts val="375"/>
              </a:spcBef>
              <a:spcAft>
                <a:spcPts val="0"/>
              </a:spcAft>
              <a:buClr>
                <a:schemeClr val="dk1"/>
              </a:buClr>
              <a:buSzPts val="800"/>
              <a:buChar char="•"/>
              <a:defRPr sz="800"/>
            </a:lvl2pPr>
            <a:lvl3pPr marL="1371600" lvl="2" indent="-279400" algn="l">
              <a:lnSpc>
                <a:spcPct val="90000"/>
              </a:lnSpc>
              <a:spcBef>
                <a:spcPts val="375"/>
              </a:spcBef>
              <a:spcAft>
                <a:spcPts val="0"/>
              </a:spcAft>
              <a:buClr>
                <a:schemeClr val="dk1"/>
              </a:buClr>
              <a:buSzPts val="800"/>
              <a:buChar char="•"/>
              <a:defRPr sz="800"/>
            </a:lvl3pPr>
            <a:lvl4pPr marL="1828800" lvl="3" indent="-279400" algn="l">
              <a:lnSpc>
                <a:spcPct val="90000"/>
              </a:lnSpc>
              <a:spcBef>
                <a:spcPts val="375"/>
              </a:spcBef>
              <a:spcAft>
                <a:spcPts val="0"/>
              </a:spcAft>
              <a:buClr>
                <a:schemeClr val="dk1"/>
              </a:buClr>
              <a:buSzPts val="800"/>
              <a:buChar char="•"/>
              <a:defRPr sz="800"/>
            </a:lvl4pPr>
            <a:lvl5pPr marL="2286000" lvl="4" indent="-279400" algn="l">
              <a:lnSpc>
                <a:spcPct val="90000"/>
              </a:lnSpc>
              <a:spcBef>
                <a:spcPts val="375"/>
              </a:spcBef>
              <a:spcAft>
                <a:spcPts val="0"/>
              </a:spcAft>
              <a:buClr>
                <a:schemeClr val="dk1"/>
              </a:buClr>
              <a:buSzPts val="800"/>
              <a:buChar char="•"/>
              <a:defRPr sz="8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46" name="Google Shape;246;p38"/>
          <p:cNvSpPr txBox="1"/>
          <p:nvPr/>
        </p:nvSpPr>
        <p:spPr>
          <a:xfrm>
            <a:off x="8806286" y="4927778"/>
            <a:ext cx="341760" cy="246221"/>
          </a:xfrm>
          <a:prstGeom prst="rect">
            <a:avLst/>
          </a:prstGeom>
          <a:solidFill>
            <a:srgbClr val="00C782"/>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fld id="{00000000-1234-1234-1234-123412341234}" type="slidenum">
              <a:rPr lang="en" sz="1000" b="1">
                <a:solidFill>
                  <a:schemeClr val="dk1"/>
                </a:solidFill>
                <a:latin typeface="Calibri"/>
                <a:ea typeface="Calibri"/>
                <a:cs typeface="Calibri"/>
                <a:sym typeface="Calibri"/>
              </a:rPr>
              <a:t>‹#›</a:t>
            </a:fld>
            <a:endParaRPr sz="1000" b="1">
              <a:solidFill>
                <a:schemeClr val="dk1"/>
              </a:solidFill>
              <a:latin typeface="Calibri"/>
              <a:ea typeface="Calibri"/>
              <a:cs typeface="Calibri"/>
              <a:sym typeface="Calibri"/>
            </a:endParaRPr>
          </a:p>
        </p:txBody>
      </p:sp>
      <p:pic>
        <p:nvPicPr>
          <p:cNvPr id="247" name="Google Shape;247;p38"/>
          <p:cNvPicPr preferRelativeResize="0"/>
          <p:nvPr/>
        </p:nvPicPr>
        <p:blipFill rotWithShape="1">
          <a:blip r:embed="rId2">
            <a:alphaModFix/>
          </a:blip>
          <a:srcRect/>
          <a:stretch/>
        </p:blipFill>
        <p:spPr>
          <a:xfrm>
            <a:off x="67869" y="92659"/>
            <a:ext cx="581837" cy="45730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9"/>
          <p:cNvSpPr txBox="1">
            <a:spLocks noGrp="1"/>
          </p:cNvSpPr>
          <p:nvPr>
            <p:ph type="ctrTitle"/>
          </p:nvPr>
        </p:nvSpPr>
        <p:spPr>
          <a:xfrm>
            <a:off x="1263075" y="1852825"/>
            <a:ext cx="7278600" cy="976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Calibri"/>
              <a:buNone/>
            </a:pPr>
            <a:r>
              <a:rPr lang="en" sz="3200">
                <a:solidFill>
                  <a:srgbClr val="00C782"/>
                </a:solidFill>
              </a:rPr>
              <a:t>    </a:t>
            </a:r>
            <a:r>
              <a:rPr lang="en" sz="4200">
                <a:solidFill>
                  <a:srgbClr val="00C782"/>
                </a:solidFill>
              </a:rPr>
              <a:t>Business Baazigar Round 2</a:t>
            </a:r>
            <a:endParaRPr sz="4200">
              <a:solidFill>
                <a:srgbClr val="00C782"/>
              </a:solidFill>
            </a:endParaRPr>
          </a:p>
        </p:txBody>
      </p:sp>
      <p:sp>
        <p:nvSpPr>
          <p:cNvPr id="253" name="Google Shape;253;p39"/>
          <p:cNvSpPr txBox="1">
            <a:spLocks noGrp="1"/>
          </p:cNvSpPr>
          <p:nvPr>
            <p:ph type="subTitle" idx="1"/>
          </p:nvPr>
        </p:nvSpPr>
        <p:spPr>
          <a:xfrm>
            <a:off x="230100" y="3561275"/>
            <a:ext cx="8225100" cy="11010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chemeClr val="dk1"/>
              </a:buClr>
              <a:buSzPts val="1800"/>
              <a:buNone/>
            </a:pPr>
            <a:r>
              <a:rPr lang="en"/>
              <a:t>Team Name: </a:t>
            </a:r>
            <a:r>
              <a:rPr lang="en" i="1"/>
              <a:t>Roorkee Consultancy Group</a:t>
            </a:r>
            <a:endParaRPr i="1"/>
          </a:p>
          <a:p>
            <a:pPr marL="0" lvl="0" indent="0" algn="l" rtl="0">
              <a:lnSpc>
                <a:spcPct val="90000"/>
              </a:lnSpc>
              <a:spcBef>
                <a:spcPts val="0"/>
              </a:spcBef>
              <a:spcAft>
                <a:spcPts val="0"/>
              </a:spcAft>
              <a:buClr>
                <a:schemeClr val="dk1"/>
              </a:buClr>
              <a:buSzPts val="1800"/>
              <a:buNone/>
            </a:pPr>
            <a:br>
              <a:rPr lang="en"/>
            </a:br>
            <a:r>
              <a:rPr lang="en"/>
              <a:t>Team Members: </a:t>
            </a:r>
            <a:r>
              <a:rPr lang="en" i="1"/>
              <a:t>Agam Pandey, Eva Rajput, Sajal Tuley, Yash Kumar</a:t>
            </a:r>
            <a:br>
              <a:rPr lang="en"/>
            </a:br>
            <a:endParaRPr/>
          </a:p>
          <a:p>
            <a:pPr marL="0" lvl="0" indent="0" algn="l" rtl="0">
              <a:lnSpc>
                <a:spcPct val="90000"/>
              </a:lnSpc>
              <a:spcBef>
                <a:spcPts val="0"/>
              </a:spcBef>
              <a:spcAft>
                <a:spcPts val="0"/>
              </a:spcAft>
              <a:buClr>
                <a:schemeClr val="dk1"/>
              </a:buClr>
              <a:buSzPts val="1800"/>
              <a:buNone/>
            </a:pPr>
            <a:r>
              <a:rPr lang="en"/>
              <a:t>Team Mentors: </a:t>
            </a:r>
            <a:r>
              <a:rPr lang="en" i="1"/>
              <a:t>Harshit Singh, Vansh Tickoo</a:t>
            </a:r>
            <a:endParaRPr i="1"/>
          </a:p>
        </p:txBody>
      </p:sp>
      <p:sp>
        <p:nvSpPr>
          <p:cNvPr id="254" name="Google Shape;254;p39"/>
          <p:cNvSpPr txBox="1">
            <a:spLocks noGrp="1"/>
          </p:cNvSpPr>
          <p:nvPr>
            <p:ph type="body" idx="2"/>
          </p:nvPr>
        </p:nvSpPr>
        <p:spPr>
          <a:xfrm>
            <a:off x="6751600" y="473565"/>
            <a:ext cx="1850100" cy="2634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3F3F3F"/>
              </a:buClr>
              <a:buSzPts val="1200"/>
              <a:buNone/>
            </a:pPr>
            <a:r>
              <a:rPr lang="en"/>
              <a:t>January 2023</a:t>
            </a:r>
            <a:endParaRPr/>
          </a:p>
        </p:txBody>
      </p:sp>
      <p:pic>
        <p:nvPicPr>
          <p:cNvPr id="255" name="Google Shape;255;p39"/>
          <p:cNvPicPr preferRelativeResize="0"/>
          <p:nvPr/>
        </p:nvPicPr>
        <p:blipFill>
          <a:blip r:embed="rId3">
            <a:alphaModFix/>
          </a:blip>
          <a:stretch>
            <a:fillRect/>
          </a:stretch>
        </p:blipFill>
        <p:spPr>
          <a:xfrm>
            <a:off x="2244375" y="220300"/>
            <a:ext cx="1036050" cy="1036050"/>
          </a:xfrm>
          <a:prstGeom prst="rect">
            <a:avLst/>
          </a:prstGeom>
          <a:noFill/>
          <a:ln>
            <a:noFill/>
          </a:ln>
        </p:spPr>
      </p:pic>
      <p:sp>
        <p:nvSpPr>
          <p:cNvPr id="256" name="Google Shape;256;p39"/>
          <p:cNvSpPr txBox="1"/>
          <p:nvPr/>
        </p:nvSpPr>
        <p:spPr>
          <a:xfrm>
            <a:off x="4540550" y="2653875"/>
            <a:ext cx="462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0"/>
          <p:cNvSpPr txBox="1">
            <a:spLocks noGrp="1"/>
          </p:cNvSpPr>
          <p:nvPr>
            <p:ph type="title"/>
          </p:nvPr>
        </p:nvSpPr>
        <p:spPr>
          <a:xfrm>
            <a:off x="774425" y="194200"/>
            <a:ext cx="8369700" cy="578700"/>
          </a:xfrm>
          <a:prstGeom prst="rect">
            <a:avLst/>
          </a:prstGeom>
          <a:noFill/>
          <a:ln w="19050" cap="flat" cmpd="sng">
            <a:noFill/>
            <a:prstDash val="dash"/>
            <a:round/>
            <a:headEnd type="none" w="sm" len="sm"/>
            <a:tailEnd type="none" w="sm" len="sm"/>
          </a:ln>
        </p:spPr>
        <p:txBody>
          <a:bodyPr spcFirstLastPara="1" wrap="square" lIns="91425" tIns="45700" rIns="91425" bIns="45700" anchor="ctr" anchorCtr="0">
            <a:normAutofit/>
          </a:bodyPr>
          <a:lstStyle/>
          <a:p>
            <a:r>
              <a:rPr lang="en-US">
                <a:latin typeface="Arial Black"/>
              </a:rPr>
              <a:t>Executive Summary </a:t>
            </a:r>
            <a:endParaRPr lang="en-US" sz="2700">
              <a:latin typeface="Arial Black"/>
            </a:endParaRPr>
          </a:p>
        </p:txBody>
      </p:sp>
      <p:sp>
        <p:nvSpPr>
          <p:cNvPr id="262" name="Google Shape;262;p40"/>
          <p:cNvSpPr txBox="1">
            <a:spLocks noGrp="1"/>
          </p:cNvSpPr>
          <p:nvPr>
            <p:ph type="body" idx="2"/>
          </p:nvPr>
        </p:nvSpPr>
        <p:spPr>
          <a:xfrm>
            <a:off x="387888" y="876088"/>
            <a:ext cx="8369700" cy="3765437"/>
          </a:xfrm>
          <a:prstGeom prst="rect">
            <a:avLst/>
          </a:prstGeom>
        </p:spPr>
        <p:txBody>
          <a:bodyPr spcFirstLastPara="1" wrap="square" lIns="91425" tIns="45700" rIns="91425" bIns="45700" anchor="t" anchorCtr="0">
            <a:noAutofit/>
          </a:bodyPr>
          <a:lstStyle/>
          <a:p>
            <a:pPr indent="-307975" algn="just">
              <a:lnSpc>
                <a:spcPct val="100000"/>
              </a:lnSpc>
              <a:spcBef>
                <a:spcPts val="1200"/>
              </a:spcBef>
              <a:buClr>
                <a:srgbClr val="252525"/>
              </a:buClr>
              <a:buSzPts val="1250"/>
            </a:pPr>
            <a:r>
              <a:rPr lang="en-US" sz="1500">
                <a:latin typeface="Arial"/>
                <a:ea typeface="Arial"/>
                <a:cs typeface="Arial"/>
                <a:sym typeface="Arial"/>
              </a:rPr>
              <a:t>The SWOT analysis of the company-X reveals many insights which can be analyzed to strengthen its position in the Indian market (SWOT Analysis)</a:t>
            </a:r>
            <a:endParaRPr lang="en-US" sz="1500">
              <a:latin typeface="Arial"/>
              <a:ea typeface="Arial"/>
            </a:endParaRPr>
          </a:p>
          <a:p>
            <a:pPr indent="-307975" algn="just">
              <a:lnSpc>
                <a:spcPct val="100000"/>
              </a:lnSpc>
              <a:spcBef>
                <a:spcPts val="0"/>
              </a:spcBef>
              <a:buClr>
                <a:srgbClr val="252525"/>
              </a:buClr>
              <a:buSzPts val="1250"/>
            </a:pPr>
            <a:r>
              <a:rPr lang="en-US" sz="1500">
                <a:latin typeface="Arial"/>
                <a:ea typeface="Arial"/>
                <a:cs typeface="Arial"/>
                <a:sym typeface="Arial"/>
              </a:rPr>
              <a:t>As per Media Partners Asia estimates, the online video content investment in India stood at $1.3 billion in 2022 and is projected to increase to $4.2 billion by 2027 (Potential market)</a:t>
            </a:r>
            <a:endParaRPr lang="en-US" sz="1500">
              <a:solidFill>
                <a:srgbClr val="000000"/>
              </a:solidFill>
              <a:latin typeface="Arial"/>
              <a:ea typeface="Arial"/>
              <a:cs typeface="Arial"/>
            </a:endParaRPr>
          </a:p>
          <a:p>
            <a:pPr indent="-307975" algn="just">
              <a:lnSpc>
                <a:spcPct val="100000"/>
              </a:lnSpc>
              <a:spcBef>
                <a:spcPts val="0"/>
              </a:spcBef>
              <a:buClr>
                <a:srgbClr val="252525"/>
              </a:buClr>
              <a:buSzPts val="1250"/>
            </a:pPr>
            <a:r>
              <a:rPr lang="en-US" sz="1500">
                <a:latin typeface="Arial"/>
                <a:ea typeface="Arial"/>
                <a:sym typeface="Arial"/>
              </a:rPr>
              <a:t>X has a single premium subscription plan priced at Rs 150 per month, in stark contrast to other OTT platforms that have a tiered pricing model (Subscription plan)</a:t>
            </a:r>
            <a:endParaRPr lang="en-US" sz="1500">
              <a:latin typeface="Arial"/>
              <a:ea typeface="Arial"/>
            </a:endParaRPr>
          </a:p>
          <a:p>
            <a:pPr>
              <a:lnSpc>
                <a:spcPct val="100000"/>
              </a:lnSpc>
              <a:spcBef>
                <a:spcPts val="0"/>
              </a:spcBef>
              <a:buClr>
                <a:srgbClr val="252525"/>
              </a:buClr>
              <a:buSzPts val="1250"/>
            </a:pPr>
            <a:r>
              <a:rPr lang="en-US" sz="1500">
                <a:solidFill>
                  <a:schemeClr val="tx1"/>
                </a:solidFill>
                <a:latin typeface="Arial"/>
                <a:ea typeface="Arial"/>
                <a:cs typeface="Arial"/>
                <a:sym typeface="Arial"/>
              </a:rPr>
              <a:t>In order to increase its premium user base, X could have tie-ups with various data Service platforms, offer sales and discounts as a part of their Short-Term Strategy (Short-Term Strategy)</a:t>
            </a:r>
            <a:endParaRPr lang="en-US" sz="1500">
              <a:solidFill>
                <a:schemeClr val="tx1"/>
              </a:solidFill>
              <a:latin typeface="Arial"/>
              <a:ea typeface="Arial"/>
            </a:endParaRPr>
          </a:p>
          <a:p>
            <a:pPr indent="-307975" algn="just">
              <a:lnSpc>
                <a:spcPct val="100000"/>
              </a:lnSpc>
              <a:spcBef>
                <a:spcPts val="0"/>
              </a:spcBef>
              <a:buClr>
                <a:srgbClr val="252525"/>
              </a:buClr>
              <a:buSzPts val="1250"/>
            </a:pPr>
            <a:r>
              <a:rPr lang="en-US" sz="1500">
                <a:solidFill>
                  <a:schemeClr val="tx1"/>
                </a:solidFill>
                <a:latin typeface="Arial"/>
                <a:ea typeface="Arial"/>
                <a:cs typeface="Arial"/>
                <a:sym typeface="Arial"/>
              </a:rPr>
              <a:t>Loyalty programs, in house content, features and technologies, regional content and tiered pricing system could be used to achieve long term growth (Long-Term Strategy)</a:t>
            </a:r>
            <a:endParaRPr lang="en-US" sz="1500">
              <a:solidFill>
                <a:schemeClr val="tx1"/>
              </a:solidFill>
              <a:latin typeface="Arial"/>
              <a:ea typeface="Arial"/>
            </a:endParaRPr>
          </a:p>
          <a:p>
            <a:pPr indent="-307975" algn="just">
              <a:lnSpc>
                <a:spcPct val="100000"/>
              </a:lnSpc>
              <a:spcBef>
                <a:spcPts val="0"/>
              </a:spcBef>
              <a:buClr>
                <a:srgbClr val="252525"/>
              </a:buClr>
              <a:buSzPts val="1250"/>
            </a:pPr>
            <a:r>
              <a:rPr lang="en-US" sz="1500">
                <a:latin typeface="Arial"/>
                <a:ea typeface="Arial"/>
                <a:cs typeface="Arial"/>
                <a:sym typeface="Arial"/>
              </a:rPr>
              <a:t>Adoption of a 4-layer subscription plan and doing the pricing after giving discount should be the Long-term pricing strategy company-X should follow for customer retention (Pricing Strategy)</a:t>
            </a:r>
            <a:endParaRPr lang="en-US" sz="1500" b="0">
              <a:solidFill>
                <a:srgbClr val="252525"/>
              </a:solidFill>
              <a:latin typeface="Arial"/>
              <a:ea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8" name="Google Shape;268;p41"/>
          <p:cNvSpPr txBox="1"/>
          <p:nvPr/>
        </p:nvSpPr>
        <p:spPr>
          <a:xfrm>
            <a:off x="381726" y="3738"/>
            <a:ext cx="8151137" cy="707856"/>
          </a:xfrm>
          <a:prstGeom prst="rect">
            <a:avLst/>
          </a:prstGeom>
          <a:solidFill>
            <a:schemeClr val="bg1"/>
          </a:solidFill>
          <a:ln w="9525" cap="flat" cmpd="sng">
            <a:noFill/>
            <a:prstDash val="solid"/>
            <a:round/>
            <a:headEnd type="none" w="sm" len="sm"/>
            <a:tailEnd type="none" w="sm" len="sm"/>
          </a:ln>
        </p:spPr>
        <p:txBody>
          <a:bodyPr spcFirstLastPara="1" wrap="square" lIns="91425" tIns="91425" rIns="91425" bIns="91425" anchor="t" anchorCtr="0">
            <a:spAutoFit/>
          </a:bodyPr>
          <a:lstStyle/>
          <a:p>
            <a:r>
              <a:rPr lang="en" sz="1700">
                <a:latin typeface="Arial Black"/>
                <a:ea typeface="Arial Black"/>
                <a:cs typeface="Arial Black"/>
              </a:rPr>
              <a:t>The SWOT analysis of the company-X reveals many insights which can be analyzed to strengthen its position in the Indian market</a:t>
            </a:r>
          </a:p>
        </p:txBody>
      </p:sp>
      <p:sp>
        <p:nvSpPr>
          <p:cNvPr id="2" name="TextBox 1">
            <a:extLst>
              <a:ext uri="{FF2B5EF4-FFF2-40B4-BE49-F238E27FC236}">
                <a16:creationId xmlns:a16="http://schemas.microsoft.com/office/drawing/2014/main" id="{0B7E47BF-41A9-819B-7BE2-9AAB534C4AD7}"/>
              </a:ext>
            </a:extLst>
          </p:cNvPr>
          <p:cNvSpPr txBox="1"/>
          <p:nvPr/>
        </p:nvSpPr>
        <p:spPr>
          <a:xfrm>
            <a:off x="374562" y="807322"/>
            <a:ext cx="4085926" cy="1853328"/>
          </a:xfrm>
          <a:prstGeom prst="rect">
            <a:avLst/>
          </a:prstGeom>
          <a:solidFill>
            <a:srgbClr val="D5FCAB"/>
          </a:solidFill>
        </p:spPr>
        <p:txBody>
          <a:bodyPr wrap="square" rtlCol="0">
            <a:spAutoFit/>
          </a:bodyPr>
          <a:lstStyle/>
          <a:p>
            <a:pPr marL="0" lvl="0" indent="0" algn="ctr" rtl="0">
              <a:spcBef>
                <a:spcPts val="0"/>
              </a:spcBef>
              <a:spcAft>
                <a:spcPts val="0"/>
              </a:spcAft>
              <a:buNone/>
            </a:pPr>
            <a:r>
              <a:rPr lang="en-US" sz="2400" b="1"/>
              <a:t>STRENGTHS</a:t>
            </a:r>
          </a:p>
          <a:p>
            <a:pPr marL="0" lvl="0" indent="0" algn="ctr" rtl="0">
              <a:spcBef>
                <a:spcPts val="0"/>
              </a:spcBef>
              <a:spcAft>
                <a:spcPts val="0"/>
              </a:spcAft>
              <a:buNone/>
            </a:pPr>
            <a:endParaRPr lang="en-US" sz="2800" b="1"/>
          </a:p>
          <a:p>
            <a:pPr marL="457200" lvl="0" indent="-311150" algn="l" rtl="0">
              <a:spcBef>
                <a:spcPts val="0"/>
              </a:spcBef>
              <a:spcAft>
                <a:spcPts val="0"/>
              </a:spcAft>
              <a:buSzPts val="1300"/>
              <a:buChar char="●"/>
            </a:pPr>
            <a:r>
              <a:rPr lang="en-US" sz="1200"/>
              <a:t>Pan-India existence</a:t>
            </a:r>
          </a:p>
          <a:p>
            <a:pPr marL="457200" lvl="0" indent="-311150" algn="l" rtl="0">
              <a:spcBef>
                <a:spcPts val="0"/>
              </a:spcBef>
              <a:spcAft>
                <a:spcPts val="0"/>
              </a:spcAft>
              <a:buSzPts val="1300"/>
              <a:buChar char="●"/>
            </a:pPr>
            <a:r>
              <a:rPr lang="en-US" sz="1200"/>
              <a:t>30 Million user base</a:t>
            </a:r>
          </a:p>
          <a:p>
            <a:pPr marL="457200" lvl="0" indent="-311150" algn="l" rtl="0">
              <a:spcBef>
                <a:spcPts val="0"/>
              </a:spcBef>
              <a:spcAft>
                <a:spcPts val="0"/>
              </a:spcAft>
              <a:buSzPts val="1300"/>
              <a:buChar char="●"/>
            </a:pPr>
            <a:r>
              <a:rPr lang="en-US" sz="1200"/>
              <a:t>3 Million subscriber base</a:t>
            </a:r>
          </a:p>
          <a:p>
            <a:pPr marL="457200" lvl="0" indent="-304800" algn="l" rtl="0">
              <a:spcBef>
                <a:spcPts val="0"/>
              </a:spcBef>
              <a:spcAft>
                <a:spcPts val="0"/>
              </a:spcAft>
              <a:buSzPts val="1200"/>
              <a:buChar char="●"/>
            </a:pPr>
            <a:r>
              <a:rPr lang="en-US" sz="1200"/>
              <a:t>Major part of English content is produced in-house.</a:t>
            </a:r>
          </a:p>
          <a:p>
            <a:pPr marL="457200" lvl="0" indent="-311150" algn="l" rtl="0">
              <a:spcBef>
                <a:spcPts val="0"/>
              </a:spcBef>
              <a:spcAft>
                <a:spcPts val="0"/>
              </a:spcAft>
              <a:buSzPts val="1300"/>
              <a:buChar char="●"/>
            </a:pPr>
            <a:r>
              <a:rPr lang="en-US" sz="1200"/>
              <a:t>Exclusive Rights to some content</a:t>
            </a:r>
          </a:p>
        </p:txBody>
      </p:sp>
      <p:sp>
        <p:nvSpPr>
          <p:cNvPr id="3" name="TextBox 2">
            <a:extLst>
              <a:ext uri="{FF2B5EF4-FFF2-40B4-BE49-F238E27FC236}">
                <a16:creationId xmlns:a16="http://schemas.microsoft.com/office/drawing/2014/main" id="{7B2D5EBD-D63A-C0EE-3867-EF56445B56D6}"/>
              </a:ext>
            </a:extLst>
          </p:cNvPr>
          <p:cNvSpPr txBox="1"/>
          <p:nvPr/>
        </p:nvSpPr>
        <p:spPr>
          <a:xfrm>
            <a:off x="4438998" y="803115"/>
            <a:ext cx="4093090" cy="1853328"/>
          </a:xfrm>
          <a:prstGeom prst="rect">
            <a:avLst/>
          </a:prstGeom>
          <a:solidFill>
            <a:srgbClr val="1FAEE8"/>
          </a:solidFill>
        </p:spPr>
        <p:txBody>
          <a:bodyPr wrap="square" rtlCol="0">
            <a:spAutoFit/>
          </a:bodyPr>
          <a:lstStyle/>
          <a:p>
            <a:pPr marL="0" lvl="0" indent="0" algn="ctr" rtl="0">
              <a:spcBef>
                <a:spcPts val="0"/>
              </a:spcBef>
              <a:spcAft>
                <a:spcPts val="0"/>
              </a:spcAft>
              <a:buNone/>
            </a:pPr>
            <a:r>
              <a:rPr lang="en-US" sz="2400" b="1"/>
              <a:t>WEAKNESSES</a:t>
            </a:r>
          </a:p>
          <a:p>
            <a:pPr marL="0" lvl="0" indent="0" algn="ctr" rtl="0">
              <a:spcBef>
                <a:spcPts val="0"/>
              </a:spcBef>
              <a:spcAft>
                <a:spcPts val="0"/>
              </a:spcAft>
              <a:buNone/>
            </a:pPr>
            <a:endParaRPr lang="en-US" sz="2800" b="1"/>
          </a:p>
          <a:p>
            <a:pPr marL="457200" lvl="0" indent="-311150" algn="l" rtl="0">
              <a:spcBef>
                <a:spcPts val="0"/>
              </a:spcBef>
              <a:spcAft>
                <a:spcPts val="0"/>
              </a:spcAft>
              <a:buSzPts val="1300"/>
              <a:buChar char="●"/>
            </a:pPr>
            <a:r>
              <a:rPr lang="en-US" sz="1200"/>
              <a:t>Pricing is on the higher side</a:t>
            </a:r>
          </a:p>
          <a:p>
            <a:pPr marL="457200" lvl="0" indent="-311150" algn="l" rtl="0">
              <a:spcBef>
                <a:spcPts val="0"/>
              </a:spcBef>
              <a:spcAft>
                <a:spcPts val="0"/>
              </a:spcAft>
              <a:buSzPts val="1300"/>
              <a:buChar char="●"/>
            </a:pPr>
            <a:r>
              <a:rPr lang="en-US" sz="1200"/>
              <a:t>Hindi content is licensed</a:t>
            </a:r>
          </a:p>
          <a:p>
            <a:pPr marL="457200" lvl="0" indent="-311150" algn="l" rtl="0">
              <a:spcBef>
                <a:spcPts val="0"/>
              </a:spcBef>
              <a:spcAft>
                <a:spcPts val="0"/>
              </a:spcAft>
              <a:buSzPts val="1300"/>
              <a:buChar char="●"/>
            </a:pPr>
            <a:r>
              <a:rPr lang="en-US" sz="1200"/>
              <a:t>Metro cities have neared saturation</a:t>
            </a:r>
          </a:p>
          <a:p>
            <a:pPr marL="457200" lvl="0" indent="-311150" algn="l" rtl="0">
              <a:spcBef>
                <a:spcPts val="0"/>
              </a:spcBef>
              <a:spcAft>
                <a:spcPts val="0"/>
              </a:spcAft>
              <a:buSzPts val="1300"/>
              <a:buChar char="●"/>
            </a:pPr>
            <a:r>
              <a:rPr lang="en-US" sz="1200"/>
              <a:t>Dependent on the ad-based business model</a:t>
            </a:r>
          </a:p>
          <a:p>
            <a:pPr marL="457200" lvl="0" indent="-311150" algn="l" rtl="0">
              <a:spcBef>
                <a:spcPts val="0"/>
              </a:spcBef>
              <a:spcAft>
                <a:spcPts val="0"/>
              </a:spcAft>
              <a:buSzPts val="1300"/>
              <a:buChar char="●"/>
            </a:pPr>
            <a:endParaRPr lang="en-US" sz="1200"/>
          </a:p>
        </p:txBody>
      </p:sp>
      <p:sp>
        <p:nvSpPr>
          <p:cNvPr id="4" name="TextBox 3">
            <a:extLst>
              <a:ext uri="{FF2B5EF4-FFF2-40B4-BE49-F238E27FC236}">
                <a16:creationId xmlns:a16="http://schemas.microsoft.com/office/drawing/2014/main" id="{08F033D3-D176-728E-E875-CCE56A93FF61}"/>
              </a:ext>
            </a:extLst>
          </p:cNvPr>
          <p:cNvSpPr txBox="1"/>
          <p:nvPr/>
        </p:nvSpPr>
        <p:spPr>
          <a:xfrm>
            <a:off x="381725" y="2660650"/>
            <a:ext cx="4057273" cy="2308324"/>
          </a:xfrm>
          <a:prstGeom prst="rect">
            <a:avLst/>
          </a:prstGeom>
          <a:solidFill>
            <a:srgbClr val="FF8763"/>
          </a:solidFill>
        </p:spPr>
        <p:txBody>
          <a:bodyPr wrap="square" rtlCol="0">
            <a:spAutoFit/>
          </a:bodyPr>
          <a:lstStyle/>
          <a:p>
            <a:pPr marL="0" lvl="0" indent="0" algn="ctr" rtl="0">
              <a:spcBef>
                <a:spcPts val="0"/>
              </a:spcBef>
              <a:spcAft>
                <a:spcPts val="0"/>
              </a:spcAft>
              <a:buNone/>
            </a:pPr>
            <a:r>
              <a:rPr lang="en-US" sz="2400" b="1"/>
              <a:t>OPPORTUNITIES</a:t>
            </a:r>
          </a:p>
          <a:p>
            <a:pPr marL="0" lvl="0" indent="0" algn="ctr" rtl="0">
              <a:spcBef>
                <a:spcPts val="0"/>
              </a:spcBef>
              <a:spcAft>
                <a:spcPts val="0"/>
              </a:spcAft>
              <a:buNone/>
            </a:pPr>
            <a:endParaRPr lang="en-US" sz="2400" b="1"/>
          </a:p>
          <a:p>
            <a:pPr marL="457200" lvl="0" indent="-311150" algn="l" rtl="0">
              <a:spcBef>
                <a:spcPts val="0"/>
              </a:spcBef>
              <a:spcAft>
                <a:spcPts val="0"/>
              </a:spcAft>
              <a:buSzPts val="1300"/>
              <a:buChar char="●"/>
            </a:pPr>
            <a:r>
              <a:rPr lang="en-US" sz="1200"/>
              <a:t>Tier-2 cities are yet to be tapped</a:t>
            </a:r>
          </a:p>
          <a:p>
            <a:pPr marL="457200" lvl="0" indent="-311150" algn="l" rtl="0">
              <a:spcBef>
                <a:spcPts val="0"/>
              </a:spcBef>
              <a:spcAft>
                <a:spcPts val="0"/>
              </a:spcAft>
              <a:buSzPts val="1300"/>
              <a:buChar char="●"/>
            </a:pPr>
            <a:r>
              <a:rPr lang="en-US" sz="1200"/>
              <a:t>Certain types of genres are only provided by a single OTT. For example, only Disney+Hotstar have a kids’ section</a:t>
            </a:r>
          </a:p>
          <a:p>
            <a:pPr marL="457200" lvl="0" indent="-311150" algn="l" rtl="0">
              <a:spcBef>
                <a:spcPts val="0"/>
              </a:spcBef>
              <a:spcAft>
                <a:spcPts val="0"/>
              </a:spcAft>
              <a:buSzPts val="1300"/>
              <a:buChar char="●"/>
            </a:pPr>
            <a:r>
              <a:rPr lang="en-US" sz="1200"/>
              <a:t>Regional movie industry is not yet tapped efficiently</a:t>
            </a:r>
          </a:p>
          <a:p>
            <a:pPr marL="457200" lvl="0" indent="-311150" algn="l" rtl="0">
              <a:spcBef>
                <a:spcPts val="0"/>
              </a:spcBef>
              <a:spcAft>
                <a:spcPts val="0"/>
              </a:spcAft>
              <a:buSzPts val="1300"/>
              <a:buChar char="●"/>
            </a:pPr>
            <a:r>
              <a:rPr lang="en-US" sz="1200"/>
              <a:t>No OTT uses UPI for subscription payments</a:t>
            </a:r>
          </a:p>
          <a:p>
            <a:pPr marL="457200" lvl="0" indent="-311150" algn="l" rtl="0">
              <a:spcBef>
                <a:spcPts val="0"/>
              </a:spcBef>
              <a:spcAft>
                <a:spcPts val="0"/>
              </a:spcAft>
              <a:buSzPts val="1300"/>
              <a:buChar char="●"/>
            </a:pPr>
            <a:r>
              <a:rPr lang="en-US" sz="1200"/>
              <a:t>Strategic Partnerships</a:t>
            </a:r>
          </a:p>
        </p:txBody>
      </p:sp>
      <p:sp>
        <p:nvSpPr>
          <p:cNvPr id="5" name="TextBox 4">
            <a:extLst>
              <a:ext uri="{FF2B5EF4-FFF2-40B4-BE49-F238E27FC236}">
                <a16:creationId xmlns:a16="http://schemas.microsoft.com/office/drawing/2014/main" id="{AF1467AA-849C-6280-A154-5C4C85BBD89C}"/>
              </a:ext>
            </a:extLst>
          </p:cNvPr>
          <p:cNvSpPr txBox="1"/>
          <p:nvPr/>
        </p:nvSpPr>
        <p:spPr>
          <a:xfrm>
            <a:off x="4438998" y="2656443"/>
            <a:ext cx="4093090" cy="2308324"/>
          </a:xfrm>
          <a:prstGeom prst="rect">
            <a:avLst/>
          </a:prstGeom>
          <a:solidFill>
            <a:srgbClr val="FFC000"/>
          </a:solidFill>
        </p:spPr>
        <p:txBody>
          <a:bodyPr wrap="square" rtlCol="0">
            <a:spAutoFit/>
          </a:bodyPr>
          <a:lstStyle/>
          <a:p>
            <a:pPr marL="0" lvl="0" indent="0" algn="ctr" rtl="0">
              <a:spcBef>
                <a:spcPts val="0"/>
              </a:spcBef>
              <a:spcAft>
                <a:spcPts val="0"/>
              </a:spcAft>
              <a:buNone/>
            </a:pPr>
            <a:r>
              <a:rPr lang="en-US" sz="2400" b="1"/>
              <a:t>THREATS</a:t>
            </a:r>
          </a:p>
          <a:p>
            <a:pPr marL="0" lvl="0" indent="0" algn="ctr" rtl="0">
              <a:spcBef>
                <a:spcPts val="0"/>
              </a:spcBef>
              <a:spcAft>
                <a:spcPts val="0"/>
              </a:spcAft>
              <a:buNone/>
            </a:pPr>
            <a:endParaRPr lang="en-US" sz="2400" b="1"/>
          </a:p>
          <a:p>
            <a:pPr marL="457200" lvl="0" indent="-311150" algn="l" rtl="0">
              <a:spcBef>
                <a:spcPts val="0"/>
              </a:spcBef>
              <a:spcAft>
                <a:spcPts val="0"/>
              </a:spcAft>
              <a:buSzPts val="1300"/>
              <a:buChar char="●"/>
            </a:pPr>
            <a:r>
              <a:rPr lang="en-US" sz="1200"/>
              <a:t>Userbase is very low as compared to other OTT platforms</a:t>
            </a:r>
          </a:p>
          <a:p>
            <a:pPr marL="457200" lvl="0" indent="-311150" algn="l" rtl="0">
              <a:spcBef>
                <a:spcPts val="0"/>
              </a:spcBef>
              <a:spcAft>
                <a:spcPts val="0"/>
              </a:spcAft>
              <a:buSzPts val="1300"/>
              <a:buChar char="●"/>
            </a:pPr>
            <a:r>
              <a:rPr lang="en-US" sz="1200"/>
              <a:t>Fierce competition from other OTT platforms</a:t>
            </a:r>
          </a:p>
          <a:p>
            <a:pPr marL="457200" lvl="0" indent="-311150" algn="l" rtl="0">
              <a:spcBef>
                <a:spcPts val="0"/>
              </a:spcBef>
              <a:spcAft>
                <a:spcPts val="0"/>
              </a:spcAft>
              <a:buSzPts val="1300"/>
              <a:buChar char="●"/>
            </a:pPr>
            <a:r>
              <a:rPr lang="en-US" sz="1200"/>
              <a:t>Piracy is always a matter of concern</a:t>
            </a:r>
          </a:p>
          <a:p>
            <a:pPr marL="457200" lvl="0" indent="-317500" algn="l" rtl="0">
              <a:spcBef>
                <a:spcPts val="0"/>
              </a:spcBef>
              <a:spcAft>
                <a:spcPts val="0"/>
              </a:spcAft>
              <a:buSzPts val="1400"/>
              <a:buChar char="●"/>
            </a:pPr>
            <a:r>
              <a:rPr lang="en-US" sz="1200"/>
              <a:t>Shared accounts through password sharing</a:t>
            </a:r>
          </a:p>
          <a:p>
            <a:pPr marL="457200" lvl="0" indent="-317500" algn="l" rtl="0">
              <a:spcBef>
                <a:spcPts val="0"/>
              </a:spcBef>
              <a:spcAft>
                <a:spcPts val="0"/>
              </a:spcAft>
              <a:buSzPts val="1400"/>
              <a:buChar char="●"/>
            </a:pPr>
            <a:endParaRPr lang="en-US" sz="1200"/>
          </a:p>
          <a:p>
            <a:pPr marL="457200" lvl="0" indent="-317500" algn="l" rtl="0">
              <a:spcBef>
                <a:spcPts val="0"/>
              </a:spcBef>
              <a:spcAft>
                <a:spcPts val="0"/>
              </a:spcAft>
              <a:buSzPts val="1400"/>
              <a:buChar char="●"/>
            </a:pPr>
            <a:endParaRPr lang="en-US" sz="1200"/>
          </a:p>
          <a:p>
            <a:pPr marL="139700" lvl="0" algn="l" rtl="0">
              <a:spcBef>
                <a:spcPts val="0"/>
              </a:spcBef>
              <a:spcAft>
                <a:spcPts val="0"/>
              </a:spcAft>
              <a:buSzPts val="1400"/>
            </a:pP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2"/>
          <p:cNvSpPr txBox="1">
            <a:spLocks noGrp="1"/>
          </p:cNvSpPr>
          <p:nvPr>
            <p:ph type="title"/>
          </p:nvPr>
        </p:nvSpPr>
        <p:spPr>
          <a:xfrm>
            <a:off x="678288" y="29125"/>
            <a:ext cx="8214237" cy="496200"/>
          </a:xfrm>
          <a:prstGeom prst="rect">
            <a:avLst/>
          </a:prstGeom>
          <a:noFill/>
          <a:ln w="9525" cap="flat" cmpd="sng">
            <a:noFill/>
            <a:prstDash val="solid"/>
            <a:round/>
            <a:headEnd type="none" w="sm" len="sm"/>
            <a:tailEnd type="none" w="sm" len="sm"/>
          </a:ln>
        </p:spPr>
        <p:txBody>
          <a:bodyPr spcFirstLastPara="1" wrap="square" lIns="91425" tIns="45700" rIns="91425" bIns="45700" anchor="ctr" anchorCtr="0">
            <a:noAutofit/>
          </a:bodyPr>
          <a:lstStyle/>
          <a:p>
            <a:r>
              <a:rPr lang="en" sz="1600">
                <a:latin typeface="+mj-lt"/>
              </a:rPr>
              <a:t>As per Media Partners Asia estimates, the online video content investment in India stood at $1.3 billion in 2022 and is projected to increase to $4.2 billion by 2027. </a:t>
            </a:r>
            <a:endParaRPr sz="1600">
              <a:latin typeface="+mj-lt"/>
            </a:endParaRPr>
          </a:p>
        </p:txBody>
      </p:sp>
      <p:sp>
        <p:nvSpPr>
          <p:cNvPr id="274" name="Google Shape;274;p42"/>
          <p:cNvSpPr txBox="1"/>
          <p:nvPr/>
        </p:nvSpPr>
        <p:spPr>
          <a:xfrm>
            <a:off x="1" y="5784566"/>
            <a:ext cx="2013693"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800">
                <a:solidFill>
                  <a:schemeClr val="dk1"/>
                </a:solidFill>
                <a:latin typeface="Calibri"/>
                <a:ea typeface="Calibri"/>
                <a:cs typeface="Calibri"/>
                <a:sym typeface="Calibri"/>
              </a:rPr>
              <a:t>Source: Time Of India, ShARE analysis,</a:t>
            </a:r>
            <a:endParaRPr/>
          </a:p>
        </p:txBody>
      </p:sp>
      <p:cxnSp>
        <p:nvCxnSpPr>
          <p:cNvPr id="275" name="Google Shape;275;p42"/>
          <p:cNvCxnSpPr>
            <a:stCxn id="276" idx="2"/>
            <a:endCxn id="277" idx="1"/>
          </p:cNvCxnSpPr>
          <p:nvPr/>
        </p:nvCxnSpPr>
        <p:spPr>
          <a:xfrm>
            <a:off x="617750" y="1674950"/>
            <a:ext cx="241800" cy="332700"/>
          </a:xfrm>
          <a:prstGeom prst="bentConnector3">
            <a:avLst>
              <a:gd name="adj1" fmla="val 50010"/>
            </a:avLst>
          </a:prstGeom>
          <a:noFill/>
          <a:ln w="9525" cap="flat" cmpd="sng">
            <a:solidFill>
              <a:srgbClr val="C2C2C2"/>
            </a:solidFill>
            <a:prstDash val="solid"/>
            <a:round/>
            <a:headEnd type="none" w="sm" len="sm"/>
            <a:tailEnd type="none" w="sm" len="sm"/>
          </a:ln>
        </p:spPr>
      </p:cxnSp>
      <p:cxnSp>
        <p:nvCxnSpPr>
          <p:cNvPr id="278" name="Google Shape;278;p42"/>
          <p:cNvCxnSpPr>
            <a:stCxn id="276" idx="2"/>
            <a:endCxn id="279" idx="1"/>
          </p:cNvCxnSpPr>
          <p:nvPr/>
        </p:nvCxnSpPr>
        <p:spPr>
          <a:xfrm rot="10800000" flipH="1">
            <a:off x="617750" y="994550"/>
            <a:ext cx="213900" cy="680400"/>
          </a:xfrm>
          <a:prstGeom prst="bentConnector3">
            <a:avLst>
              <a:gd name="adj1" fmla="val 50029"/>
            </a:avLst>
          </a:prstGeom>
          <a:noFill/>
          <a:ln w="9525" cap="flat" cmpd="sng">
            <a:solidFill>
              <a:srgbClr val="C2C2C2"/>
            </a:solidFill>
            <a:prstDash val="solid"/>
            <a:round/>
            <a:headEnd type="none" w="sm" len="sm"/>
            <a:tailEnd type="none" w="sm" len="sm"/>
          </a:ln>
        </p:spPr>
      </p:cxnSp>
      <p:sp>
        <p:nvSpPr>
          <p:cNvPr id="276" name="Google Shape;276;p42"/>
          <p:cNvSpPr/>
          <p:nvPr/>
        </p:nvSpPr>
        <p:spPr>
          <a:xfrm rot="-5400000">
            <a:off x="-635950" y="1444100"/>
            <a:ext cx="2045700" cy="461700"/>
          </a:xfrm>
          <a:prstGeom prst="roundRect">
            <a:avLst>
              <a:gd name="adj" fmla="val 16667"/>
            </a:avLst>
          </a:prstGeom>
          <a:solidFill>
            <a:srgbClr val="4D4D4D"/>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       </a:t>
            </a:r>
            <a:r>
              <a:rPr lang="en" sz="1200">
                <a:solidFill>
                  <a:srgbClr val="FFFFFF"/>
                </a:solidFill>
                <a:latin typeface="+mn-lt"/>
                <a:ea typeface="Roboto"/>
                <a:cs typeface="Roboto"/>
                <a:sym typeface="Roboto"/>
              </a:rPr>
              <a:t>OTT Platform Types</a:t>
            </a:r>
            <a:endParaRPr sz="1200">
              <a:solidFill>
                <a:srgbClr val="FFFFFF"/>
              </a:solidFill>
              <a:latin typeface="+mn-lt"/>
              <a:ea typeface="Roboto"/>
              <a:cs typeface="Roboto"/>
              <a:sym typeface="Roboto"/>
            </a:endParaRPr>
          </a:p>
        </p:txBody>
      </p:sp>
      <p:sp>
        <p:nvSpPr>
          <p:cNvPr id="279" name="Google Shape;279;p42"/>
          <p:cNvSpPr/>
          <p:nvPr/>
        </p:nvSpPr>
        <p:spPr>
          <a:xfrm>
            <a:off x="831775" y="820099"/>
            <a:ext cx="1389300" cy="348900"/>
          </a:xfrm>
          <a:prstGeom prst="roundRect">
            <a:avLst>
              <a:gd name="adj" fmla="val 16667"/>
            </a:avLst>
          </a:prstGeom>
          <a:solidFill>
            <a:srgbClr val="00C78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          </a:t>
            </a:r>
            <a:r>
              <a:rPr lang="en" sz="1200" b="1">
                <a:solidFill>
                  <a:srgbClr val="FFFFFF"/>
                </a:solidFill>
                <a:latin typeface="+mn-lt"/>
                <a:ea typeface="Roboto"/>
                <a:cs typeface="Roboto"/>
                <a:sym typeface="Roboto"/>
              </a:rPr>
              <a:t>AVOD</a:t>
            </a:r>
            <a:endParaRPr sz="1200" b="1">
              <a:solidFill>
                <a:srgbClr val="FFFFFF"/>
              </a:solidFill>
              <a:latin typeface="+mn-lt"/>
              <a:ea typeface="Roboto"/>
              <a:cs typeface="Roboto"/>
              <a:sym typeface="Roboto"/>
            </a:endParaRPr>
          </a:p>
        </p:txBody>
      </p:sp>
      <p:sp>
        <p:nvSpPr>
          <p:cNvPr id="277" name="Google Shape;277;p42"/>
          <p:cNvSpPr/>
          <p:nvPr/>
        </p:nvSpPr>
        <p:spPr>
          <a:xfrm>
            <a:off x="859600" y="1833250"/>
            <a:ext cx="1333500" cy="348900"/>
          </a:xfrm>
          <a:prstGeom prst="roundRect">
            <a:avLst>
              <a:gd name="adj" fmla="val 16667"/>
            </a:avLst>
          </a:prstGeom>
          <a:solidFill>
            <a:srgbClr val="00C78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FFFFFF"/>
                </a:solidFill>
                <a:latin typeface="+mn-lt"/>
                <a:ea typeface="Roboto"/>
                <a:cs typeface="Roboto"/>
                <a:sym typeface="Roboto"/>
              </a:rPr>
              <a:t>SVOD</a:t>
            </a:r>
            <a:endParaRPr sz="1200" b="1">
              <a:solidFill>
                <a:srgbClr val="FFFFFF"/>
              </a:solidFill>
              <a:latin typeface="+mn-lt"/>
              <a:ea typeface="Roboto"/>
              <a:cs typeface="Roboto"/>
              <a:sym typeface="Roboto"/>
            </a:endParaRPr>
          </a:p>
        </p:txBody>
      </p:sp>
      <p:sp>
        <p:nvSpPr>
          <p:cNvPr id="280" name="Google Shape;280;p42"/>
          <p:cNvSpPr/>
          <p:nvPr/>
        </p:nvSpPr>
        <p:spPr>
          <a:xfrm>
            <a:off x="2435100" y="749800"/>
            <a:ext cx="1593600" cy="215400"/>
          </a:xfrm>
          <a:prstGeom prst="roundRect">
            <a:avLst>
              <a:gd name="adj" fmla="val 16667"/>
            </a:avLst>
          </a:prstGeom>
          <a:solidFill>
            <a:srgbClr val="D5FCA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tx1"/>
                </a:solidFill>
                <a:latin typeface="+mn-lt"/>
                <a:ea typeface="Roboto"/>
                <a:cs typeface="Roboto"/>
                <a:sym typeface="Roboto"/>
              </a:rPr>
              <a:t>MX PLAYER</a:t>
            </a:r>
            <a:endParaRPr sz="1200" b="1">
              <a:solidFill>
                <a:schemeClr val="tx1"/>
              </a:solidFill>
              <a:latin typeface="+mn-lt"/>
              <a:ea typeface="Roboto"/>
              <a:cs typeface="Roboto"/>
              <a:sym typeface="Roboto"/>
            </a:endParaRPr>
          </a:p>
        </p:txBody>
      </p:sp>
      <p:sp>
        <p:nvSpPr>
          <p:cNvPr id="281" name="Google Shape;281;p42"/>
          <p:cNvSpPr/>
          <p:nvPr/>
        </p:nvSpPr>
        <p:spPr>
          <a:xfrm>
            <a:off x="2435100" y="1041038"/>
            <a:ext cx="1593600" cy="215400"/>
          </a:xfrm>
          <a:prstGeom prst="roundRect">
            <a:avLst>
              <a:gd name="adj" fmla="val 16667"/>
            </a:avLst>
          </a:prstGeom>
          <a:solidFill>
            <a:srgbClr val="D5FCA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r>
              <a:rPr lang="en" sz="1200" b="1">
                <a:solidFill>
                  <a:schemeClr val="tx1"/>
                </a:solidFill>
                <a:latin typeface="+mn-lt"/>
                <a:ea typeface="Calibri"/>
                <a:cs typeface="Calibri"/>
                <a:sym typeface="Calibri"/>
              </a:rPr>
              <a:t>TVF</a:t>
            </a:r>
            <a:endParaRPr sz="1200" b="1">
              <a:solidFill>
                <a:schemeClr val="tx1"/>
              </a:solidFill>
              <a:latin typeface="+mn-lt"/>
              <a:ea typeface="Calibri"/>
              <a:cs typeface="Calibri"/>
              <a:sym typeface="Calibri"/>
            </a:endParaRPr>
          </a:p>
        </p:txBody>
      </p:sp>
      <p:sp>
        <p:nvSpPr>
          <p:cNvPr id="282" name="Google Shape;282;p42"/>
          <p:cNvSpPr/>
          <p:nvPr/>
        </p:nvSpPr>
        <p:spPr>
          <a:xfrm>
            <a:off x="2421800" y="1848313"/>
            <a:ext cx="1606900" cy="215400"/>
          </a:xfrm>
          <a:prstGeom prst="roundRect">
            <a:avLst>
              <a:gd name="adj" fmla="val 16667"/>
            </a:avLst>
          </a:prstGeom>
          <a:solidFill>
            <a:srgbClr val="D5FCAB"/>
          </a:solidFill>
          <a:ln w="9525" cap="flat" cmpd="sng">
            <a:solidFill>
              <a:srgbClr val="25252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tx1"/>
                </a:solidFill>
                <a:latin typeface="Roboto"/>
                <a:ea typeface="Roboto"/>
                <a:cs typeface="Roboto"/>
                <a:sym typeface="Roboto"/>
              </a:rPr>
              <a:t>  </a:t>
            </a:r>
            <a:r>
              <a:rPr lang="en" sz="1200" b="1">
                <a:solidFill>
                  <a:schemeClr val="tx1"/>
                </a:solidFill>
                <a:latin typeface="+mn-lt"/>
                <a:ea typeface="Roboto"/>
                <a:cs typeface="Roboto"/>
                <a:sym typeface="Roboto"/>
              </a:rPr>
              <a:t>Netflix</a:t>
            </a:r>
            <a:endParaRPr sz="1200" b="1">
              <a:solidFill>
                <a:schemeClr val="tx1"/>
              </a:solidFill>
              <a:latin typeface="+mn-lt"/>
              <a:ea typeface="Roboto"/>
              <a:cs typeface="Roboto"/>
              <a:sym typeface="Roboto"/>
            </a:endParaRPr>
          </a:p>
        </p:txBody>
      </p:sp>
      <p:sp>
        <p:nvSpPr>
          <p:cNvPr id="283" name="Google Shape;283;p42"/>
          <p:cNvSpPr/>
          <p:nvPr/>
        </p:nvSpPr>
        <p:spPr>
          <a:xfrm>
            <a:off x="2421800" y="2109473"/>
            <a:ext cx="1587050" cy="341310"/>
          </a:xfrm>
          <a:prstGeom prst="roundRect">
            <a:avLst>
              <a:gd name="adj" fmla="val 16667"/>
            </a:avLst>
          </a:prstGeom>
          <a:solidFill>
            <a:srgbClr val="D5FCA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tx1"/>
                </a:solidFill>
                <a:latin typeface="+mn-lt"/>
                <a:ea typeface="Roboto"/>
                <a:cs typeface="Roboto"/>
                <a:sym typeface="Roboto"/>
              </a:rPr>
              <a:t>Amazon Prime Video</a:t>
            </a:r>
            <a:endParaRPr sz="1200" b="1">
              <a:solidFill>
                <a:schemeClr val="tx1"/>
              </a:solidFill>
              <a:latin typeface="+mn-lt"/>
              <a:ea typeface="Roboto"/>
              <a:cs typeface="Roboto"/>
              <a:sym typeface="Roboto"/>
            </a:endParaRPr>
          </a:p>
        </p:txBody>
      </p:sp>
      <p:cxnSp>
        <p:nvCxnSpPr>
          <p:cNvPr id="284" name="Google Shape;284;p42"/>
          <p:cNvCxnSpPr>
            <a:stCxn id="279" idx="3"/>
            <a:endCxn id="280" idx="1"/>
          </p:cNvCxnSpPr>
          <p:nvPr/>
        </p:nvCxnSpPr>
        <p:spPr>
          <a:xfrm rot="10800000" flipH="1">
            <a:off x="2221075" y="857449"/>
            <a:ext cx="213900" cy="137100"/>
          </a:xfrm>
          <a:prstGeom prst="bentConnector3">
            <a:avLst>
              <a:gd name="adj1" fmla="val 50029"/>
            </a:avLst>
          </a:prstGeom>
          <a:noFill/>
          <a:ln w="9525" cap="flat" cmpd="sng">
            <a:solidFill>
              <a:srgbClr val="C2C2C2"/>
            </a:solidFill>
            <a:prstDash val="solid"/>
            <a:round/>
            <a:headEnd type="none" w="sm" len="sm"/>
            <a:tailEnd type="none" w="sm" len="sm"/>
          </a:ln>
        </p:spPr>
      </p:cxnSp>
      <p:cxnSp>
        <p:nvCxnSpPr>
          <p:cNvPr id="285" name="Google Shape;285;p42"/>
          <p:cNvCxnSpPr>
            <a:stCxn id="279" idx="3"/>
            <a:endCxn id="281" idx="1"/>
          </p:cNvCxnSpPr>
          <p:nvPr/>
        </p:nvCxnSpPr>
        <p:spPr>
          <a:xfrm>
            <a:off x="2221075" y="994549"/>
            <a:ext cx="213900" cy="154200"/>
          </a:xfrm>
          <a:prstGeom prst="bentConnector3">
            <a:avLst>
              <a:gd name="adj1" fmla="val 50029"/>
            </a:avLst>
          </a:prstGeom>
          <a:noFill/>
          <a:ln w="9525" cap="flat" cmpd="sng">
            <a:solidFill>
              <a:srgbClr val="C2C2C2"/>
            </a:solidFill>
            <a:prstDash val="solid"/>
            <a:round/>
            <a:headEnd type="none" w="sm" len="sm"/>
            <a:tailEnd type="none" w="sm" len="sm"/>
          </a:ln>
        </p:spPr>
      </p:cxnSp>
      <p:cxnSp>
        <p:nvCxnSpPr>
          <p:cNvPr id="286" name="Google Shape;286;p42"/>
          <p:cNvCxnSpPr>
            <a:cxnSpLocks/>
            <a:stCxn id="282" idx="1"/>
            <a:endCxn id="277" idx="3"/>
          </p:cNvCxnSpPr>
          <p:nvPr/>
        </p:nvCxnSpPr>
        <p:spPr>
          <a:xfrm rot="10800000" flipV="1">
            <a:off x="2193100" y="1956012"/>
            <a:ext cx="228700" cy="51687"/>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287" name="Google Shape;287;p42"/>
          <p:cNvCxnSpPr>
            <a:cxnSpLocks/>
            <a:stCxn id="283" idx="1"/>
            <a:endCxn id="277" idx="3"/>
          </p:cNvCxnSpPr>
          <p:nvPr/>
        </p:nvCxnSpPr>
        <p:spPr>
          <a:xfrm rot="10800000">
            <a:off x="2193100" y="2007700"/>
            <a:ext cx="228700" cy="272428"/>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288" name="Google Shape;288;p42"/>
          <p:cNvSpPr/>
          <p:nvPr/>
        </p:nvSpPr>
        <p:spPr>
          <a:xfrm>
            <a:off x="831775" y="1326675"/>
            <a:ext cx="1389300" cy="348900"/>
          </a:xfrm>
          <a:prstGeom prst="roundRect">
            <a:avLst>
              <a:gd name="adj" fmla="val 16667"/>
            </a:avLst>
          </a:prstGeom>
          <a:solidFill>
            <a:srgbClr val="00C78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        </a:t>
            </a:r>
            <a:r>
              <a:rPr lang="en" sz="1200" b="1">
                <a:solidFill>
                  <a:srgbClr val="FFFFFF"/>
                </a:solidFill>
                <a:latin typeface="+mn-lt"/>
                <a:ea typeface="Roboto"/>
                <a:cs typeface="Roboto"/>
                <a:sym typeface="Roboto"/>
              </a:rPr>
              <a:t>Freemium</a:t>
            </a:r>
            <a:endParaRPr sz="1200" b="1">
              <a:solidFill>
                <a:srgbClr val="FFFFFF"/>
              </a:solidFill>
              <a:latin typeface="+mn-lt"/>
              <a:ea typeface="Roboto"/>
              <a:cs typeface="Roboto"/>
              <a:sym typeface="Roboto"/>
            </a:endParaRPr>
          </a:p>
        </p:txBody>
      </p:sp>
      <p:sp>
        <p:nvSpPr>
          <p:cNvPr id="289" name="Google Shape;289;p42"/>
          <p:cNvSpPr/>
          <p:nvPr/>
        </p:nvSpPr>
        <p:spPr>
          <a:xfrm>
            <a:off x="2435100" y="1302200"/>
            <a:ext cx="1593600" cy="219300"/>
          </a:xfrm>
          <a:prstGeom prst="roundRect">
            <a:avLst>
              <a:gd name="adj" fmla="val 16667"/>
            </a:avLst>
          </a:prstGeom>
          <a:solidFill>
            <a:srgbClr val="D5FCA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b="1">
                <a:solidFill>
                  <a:srgbClr val="FFFFFF"/>
                </a:solidFill>
                <a:latin typeface="Roboto"/>
                <a:ea typeface="Roboto"/>
                <a:cs typeface="Roboto"/>
                <a:sym typeface="Roboto"/>
              </a:rPr>
              <a:t>              </a:t>
            </a:r>
            <a:r>
              <a:rPr lang="en" sz="1200" b="1">
                <a:solidFill>
                  <a:schemeClr val="tx1"/>
                </a:solidFill>
                <a:latin typeface="+mn-lt"/>
                <a:ea typeface="Roboto"/>
                <a:cs typeface="Roboto"/>
                <a:sym typeface="Roboto"/>
              </a:rPr>
              <a:t>Spuul</a:t>
            </a:r>
            <a:r>
              <a:rPr lang="en" sz="1200" b="1">
                <a:solidFill>
                  <a:schemeClr val="tx1"/>
                </a:solidFill>
                <a:latin typeface="Roboto"/>
                <a:ea typeface="Roboto"/>
                <a:cs typeface="Roboto"/>
                <a:sym typeface="Roboto"/>
              </a:rPr>
              <a:t> </a:t>
            </a:r>
            <a:endParaRPr sz="1200" b="1">
              <a:solidFill>
                <a:schemeClr val="tx1"/>
              </a:solidFill>
              <a:latin typeface="Roboto"/>
              <a:ea typeface="Roboto"/>
              <a:cs typeface="Roboto"/>
              <a:sym typeface="Roboto"/>
            </a:endParaRPr>
          </a:p>
        </p:txBody>
      </p:sp>
      <p:sp>
        <p:nvSpPr>
          <p:cNvPr id="290" name="Google Shape;290;p42"/>
          <p:cNvSpPr/>
          <p:nvPr/>
        </p:nvSpPr>
        <p:spPr>
          <a:xfrm>
            <a:off x="2435100" y="1567260"/>
            <a:ext cx="1593600" cy="215400"/>
          </a:xfrm>
          <a:prstGeom prst="roundRect">
            <a:avLst>
              <a:gd name="adj" fmla="val 16667"/>
            </a:avLst>
          </a:prstGeom>
          <a:solidFill>
            <a:srgbClr val="D5FCA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tx1"/>
                </a:solidFill>
                <a:latin typeface="+mn-lt"/>
                <a:ea typeface="Roboto"/>
                <a:cs typeface="Roboto"/>
                <a:sym typeface="Roboto"/>
              </a:rPr>
              <a:t>ZEE5</a:t>
            </a:r>
            <a:endParaRPr sz="1200" b="1">
              <a:solidFill>
                <a:schemeClr val="tx1"/>
              </a:solidFill>
              <a:latin typeface="+mn-lt"/>
              <a:ea typeface="Roboto"/>
              <a:cs typeface="Roboto"/>
              <a:sym typeface="Roboto"/>
            </a:endParaRPr>
          </a:p>
        </p:txBody>
      </p:sp>
      <p:sp>
        <p:nvSpPr>
          <p:cNvPr id="291" name="Google Shape;291;p42"/>
          <p:cNvSpPr txBox="1"/>
          <p:nvPr/>
        </p:nvSpPr>
        <p:spPr>
          <a:xfrm>
            <a:off x="4433275" y="599226"/>
            <a:ext cx="4496400" cy="576600"/>
          </a:xfrm>
          <a:prstGeom prst="rect">
            <a:avLst/>
          </a:prstGeom>
          <a:solidFill>
            <a:srgbClr val="D5FCAB"/>
          </a:solidFill>
          <a:ln w="9525" cap="flat" cmpd="sng">
            <a:noFill/>
            <a:prstDash val="solid"/>
            <a:round/>
            <a:headEnd type="none" w="sm" len="sm"/>
            <a:tailEnd type="none" w="sm" len="sm"/>
          </a:ln>
        </p:spPr>
        <p:txBody>
          <a:bodyPr spcFirstLastPara="1" wrap="square" lIns="91425" tIns="91425" rIns="91425" bIns="91425" anchor="t" anchorCtr="0">
            <a:normAutofit/>
          </a:bodyPr>
          <a:lstStyle/>
          <a:p>
            <a:pPr marL="0" lvl="0" indent="0" algn="just" rtl="0">
              <a:spcBef>
                <a:spcPts val="0"/>
              </a:spcBef>
              <a:spcAft>
                <a:spcPts val="0"/>
              </a:spcAft>
              <a:buNone/>
            </a:pPr>
            <a:r>
              <a:rPr lang="en" sz="1200">
                <a:latin typeface="+mn-lt"/>
                <a:ea typeface="Calibri"/>
                <a:cs typeface="Calibri"/>
                <a:sym typeface="Calibri"/>
              </a:rPr>
              <a:t>X, in the Freemium segment, has its primary competition with companies like </a:t>
            </a:r>
            <a:r>
              <a:rPr lang="en" sz="1200" b="1">
                <a:latin typeface="+mn-lt"/>
                <a:ea typeface="Calibri"/>
                <a:cs typeface="Calibri"/>
                <a:sym typeface="Calibri"/>
              </a:rPr>
              <a:t>MX Player and ZEE5</a:t>
            </a:r>
            <a:r>
              <a:rPr lang="en" sz="1200">
                <a:latin typeface="+mn-lt"/>
                <a:ea typeface="Calibri"/>
                <a:cs typeface="Calibri"/>
                <a:sym typeface="Calibri"/>
              </a:rPr>
              <a:t> according to us.</a:t>
            </a:r>
            <a:endParaRPr sz="1200">
              <a:latin typeface="+mn-lt"/>
              <a:ea typeface="Calibri"/>
              <a:cs typeface="Calibri"/>
              <a:sym typeface="Calibri"/>
            </a:endParaRPr>
          </a:p>
        </p:txBody>
      </p:sp>
      <p:sp>
        <p:nvSpPr>
          <p:cNvPr id="293" name="Google Shape;293;p42"/>
          <p:cNvSpPr txBox="1"/>
          <p:nvPr/>
        </p:nvSpPr>
        <p:spPr>
          <a:xfrm>
            <a:off x="4433275" y="3963221"/>
            <a:ext cx="4496400" cy="830982"/>
          </a:xfrm>
          <a:prstGeom prst="rect">
            <a:avLst/>
          </a:prstGeom>
          <a:solidFill>
            <a:srgbClr val="D5FCAB"/>
          </a:solidFill>
          <a:ln w="9525" cap="flat" cmpd="sng">
            <a:noFill/>
            <a:prstDash val="solid"/>
            <a:round/>
            <a:headEnd type="none" w="sm" len="sm"/>
            <a:tailEnd type="none" w="sm" len="sm"/>
          </a:ln>
        </p:spPr>
        <p:txBody>
          <a:bodyPr spcFirstLastPara="1" wrap="square" lIns="91425" tIns="0" rIns="91425" bIns="91425" anchor="t" anchorCtr="0">
            <a:spAutoFit/>
          </a:bodyPr>
          <a:lstStyle/>
          <a:p>
            <a:pPr marL="0" lvl="0" indent="0" algn="just" rtl="0">
              <a:spcBef>
                <a:spcPts val="0"/>
              </a:spcBef>
              <a:spcAft>
                <a:spcPts val="0"/>
              </a:spcAft>
              <a:buNone/>
            </a:pPr>
            <a:r>
              <a:rPr lang="en" sz="1200" b="1">
                <a:solidFill>
                  <a:srgbClr val="252525"/>
                </a:solidFill>
              </a:rPr>
              <a:t>25% of the Indian OTT audience</a:t>
            </a:r>
            <a:r>
              <a:rPr lang="en" sz="1200">
                <a:solidFill>
                  <a:srgbClr val="252525"/>
                </a:solidFill>
              </a:rPr>
              <a:t> consumes news, knowledge, and sports content. companies like </a:t>
            </a:r>
            <a:r>
              <a:rPr lang="en" sz="1200" err="1">
                <a:solidFill>
                  <a:srgbClr val="252525"/>
                </a:solidFill>
              </a:rPr>
              <a:t>Disney+Hotstar</a:t>
            </a:r>
            <a:r>
              <a:rPr lang="en" sz="1200">
                <a:solidFill>
                  <a:srgbClr val="252525"/>
                </a:solidFill>
              </a:rPr>
              <a:t> and </a:t>
            </a:r>
            <a:r>
              <a:rPr lang="en" sz="1200" err="1">
                <a:solidFill>
                  <a:srgbClr val="252525"/>
                </a:solidFill>
              </a:rPr>
              <a:t>SonyLiv</a:t>
            </a:r>
            <a:r>
              <a:rPr lang="en" sz="1200">
                <a:solidFill>
                  <a:srgbClr val="252525"/>
                </a:solidFill>
              </a:rPr>
              <a:t>, which have collaborated with sports broadcasters and news channels, whereas X hasn’t tried expanding its content.</a:t>
            </a:r>
          </a:p>
        </p:txBody>
      </p:sp>
      <p:sp>
        <p:nvSpPr>
          <p:cNvPr id="294" name="Google Shape;294;p42"/>
          <p:cNvSpPr txBox="1"/>
          <p:nvPr/>
        </p:nvSpPr>
        <p:spPr>
          <a:xfrm>
            <a:off x="4433275" y="3171802"/>
            <a:ext cx="4496400" cy="738633"/>
          </a:xfrm>
          <a:prstGeom prst="rect">
            <a:avLst/>
          </a:prstGeom>
          <a:solidFill>
            <a:srgbClr val="D5FCAB"/>
          </a:solidFill>
          <a:ln w="9525" cap="flat" cmpd="sng">
            <a:noFill/>
            <a:prstDash val="solid"/>
            <a:round/>
            <a:headEnd type="none" w="sm" len="sm"/>
            <a:tailEnd type="none" w="sm" len="sm"/>
          </a:ln>
        </p:spPr>
        <p:txBody>
          <a:bodyPr spcFirstLastPara="1" wrap="square" lIns="91425" tIns="91425" rIns="91425" bIns="91425" anchor="t" anchorCtr="0">
            <a:spAutoFit/>
          </a:bodyPr>
          <a:lstStyle/>
          <a:p>
            <a:pPr algn="just"/>
            <a:r>
              <a:rPr lang="en" sz="1200">
                <a:solidFill>
                  <a:srgbClr val="252525"/>
                </a:solidFill>
              </a:rPr>
              <a:t>X should focus more on </a:t>
            </a:r>
            <a:r>
              <a:rPr lang="en" sz="1200" b="1">
                <a:solidFill>
                  <a:srgbClr val="252525"/>
                </a:solidFill>
              </a:rPr>
              <a:t>tie-ups</a:t>
            </a:r>
            <a:r>
              <a:rPr lang="en" sz="1200">
                <a:solidFill>
                  <a:srgbClr val="252525"/>
                </a:solidFill>
              </a:rPr>
              <a:t> with big media houses for content. Paying royalties, similar to Amazon Prime Video, could reduce costs and thus increase profits. </a:t>
            </a:r>
            <a:endParaRPr sz="1200">
              <a:latin typeface="Calibri"/>
              <a:ea typeface="Calibri"/>
              <a:cs typeface="Calibri"/>
              <a:sym typeface="Calibri"/>
            </a:endParaRPr>
          </a:p>
        </p:txBody>
      </p:sp>
      <p:sp>
        <p:nvSpPr>
          <p:cNvPr id="295" name="Google Shape;295;p42"/>
          <p:cNvSpPr txBox="1"/>
          <p:nvPr/>
        </p:nvSpPr>
        <p:spPr>
          <a:xfrm>
            <a:off x="4433275" y="1989506"/>
            <a:ext cx="4496400" cy="1129510"/>
          </a:xfrm>
          <a:prstGeom prst="rect">
            <a:avLst/>
          </a:prstGeom>
          <a:solidFill>
            <a:srgbClr val="D5FCAB"/>
          </a:solidFill>
          <a:ln w="9525" cap="flat" cmpd="sng">
            <a:noFill/>
            <a:prstDash val="solid"/>
            <a:round/>
            <a:headEnd type="none" w="sm" len="sm"/>
            <a:tailEnd type="none" w="sm" len="sm"/>
          </a:ln>
        </p:spPr>
        <p:txBody>
          <a:bodyPr spcFirstLastPara="1" wrap="square" lIns="91425" tIns="91425" rIns="91425" bIns="91425" anchor="t" anchorCtr="0">
            <a:spAutoFit/>
          </a:bodyPr>
          <a:lstStyle/>
          <a:p>
            <a:pPr marL="0" lvl="0" indent="0" algn="just" rtl="0">
              <a:lnSpc>
                <a:spcPct val="115000"/>
              </a:lnSpc>
              <a:spcBef>
                <a:spcPts val="1200"/>
              </a:spcBef>
              <a:spcAft>
                <a:spcPts val="1200"/>
              </a:spcAft>
              <a:buNone/>
            </a:pPr>
            <a:r>
              <a:rPr lang="en" sz="1200">
                <a:solidFill>
                  <a:srgbClr val="252525"/>
                </a:solidFill>
              </a:rPr>
              <a:t>Unlike its competitors, X produces a large amount of content in-house. </a:t>
            </a:r>
            <a:r>
              <a:rPr lang="en" sz="1200" b="1">
                <a:solidFill>
                  <a:srgbClr val="252525"/>
                </a:solidFill>
              </a:rPr>
              <a:t>In-house</a:t>
            </a:r>
            <a:r>
              <a:rPr lang="en" sz="1200">
                <a:solidFill>
                  <a:srgbClr val="252525"/>
                </a:solidFill>
              </a:rPr>
              <a:t> production is a cash-intensive venture. Companies like Netflix have struggled with this.</a:t>
            </a:r>
          </a:p>
        </p:txBody>
      </p:sp>
      <p:sp>
        <p:nvSpPr>
          <p:cNvPr id="296" name="Google Shape;296;p42"/>
          <p:cNvSpPr txBox="1"/>
          <p:nvPr/>
        </p:nvSpPr>
        <p:spPr>
          <a:xfrm>
            <a:off x="4433275" y="1219330"/>
            <a:ext cx="4496400" cy="738633"/>
          </a:xfrm>
          <a:prstGeom prst="rect">
            <a:avLst/>
          </a:prstGeom>
          <a:solidFill>
            <a:srgbClr val="D5FCAB"/>
          </a:solidFill>
          <a:ln w="9525" cap="flat" cmpd="sng">
            <a:noFill/>
            <a:prstDash val="solid"/>
            <a:round/>
            <a:headEnd type="none" w="sm" len="sm"/>
            <a:tailEnd type="none" w="sm" len="sm"/>
          </a:ln>
        </p:spPr>
        <p:txBody>
          <a:bodyPr spcFirstLastPara="1" wrap="square" lIns="91425" tIns="91425" rIns="91425" bIns="91425" anchor="t" anchorCtr="0">
            <a:spAutoFit/>
          </a:bodyPr>
          <a:lstStyle/>
          <a:p>
            <a:pPr marL="0" lvl="0" indent="0" algn="just" rtl="0">
              <a:spcBef>
                <a:spcPts val="0"/>
              </a:spcBef>
              <a:spcAft>
                <a:spcPts val="0"/>
              </a:spcAft>
              <a:buNone/>
            </a:pPr>
            <a:r>
              <a:rPr lang="en" sz="1200">
                <a:solidFill>
                  <a:schemeClr val="dk1"/>
                </a:solidFill>
                <a:latin typeface="+mn-lt"/>
                <a:ea typeface="Calibri"/>
                <a:cs typeface="Calibri"/>
                <a:sym typeface="Calibri"/>
              </a:rPr>
              <a:t>Compared to big OTT giants, our user base is relatively small. Disney+Hotstar has 4.29 billion users, while Netflix has 0.55 billion paid subscribers.</a:t>
            </a:r>
            <a:endParaRPr sz="1200">
              <a:latin typeface="+mn-lt"/>
            </a:endParaRPr>
          </a:p>
        </p:txBody>
      </p:sp>
      <p:cxnSp>
        <p:nvCxnSpPr>
          <p:cNvPr id="297" name="Google Shape;297;p42"/>
          <p:cNvCxnSpPr>
            <a:stCxn id="288" idx="3"/>
            <a:endCxn id="290" idx="1"/>
          </p:cNvCxnSpPr>
          <p:nvPr/>
        </p:nvCxnSpPr>
        <p:spPr>
          <a:xfrm>
            <a:off x="2221075" y="1501125"/>
            <a:ext cx="213900" cy="173700"/>
          </a:xfrm>
          <a:prstGeom prst="straightConnector1">
            <a:avLst/>
          </a:prstGeom>
          <a:noFill/>
          <a:ln w="9525" cap="flat" cmpd="sng">
            <a:solidFill>
              <a:schemeClr val="dk2"/>
            </a:solidFill>
            <a:prstDash val="solid"/>
            <a:round/>
            <a:headEnd type="none" w="med" len="med"/>
            <a:tailEnd type="none" w="med" len="med"/>
          </a:ln>
        </p:spPr>
      </p:cxnSp>
      <p:cxnSp>
        <p:nvCxnSpPr>
          <p:cNvPr id="298" name="Google Shape;298;p42"/>
          <p:cNvCxnSpPr>
            <a:endCxn id="289" idx="1"/>
          </p:cNvCxnSpPr>
          <p:nvPr/>
        </p:nvCxnSpPr>
        <p:spPr>
          <a:xfrm rot="10800000" flipH="1">
            <a:off x="2221200" y="1411850"/>
            <a:ext cx="213900" cy="89400"/>
          </a:xfrm>
          <a:prstGeom prst="straightConnector1">
            <a:avLst/>
          </a:prstGeom>
          <a:noFill/>
          <a:ln w="9525" cap="flat" cmpd="sng">
            <a:solidFill>
              <a:schemeClr val="dk2"/>
            </a:solidFill>
            <a:prstDash val="solid"/>
            <a:round/>
            <a:headEnd type="none" w="med" len="med"/>
            <a:tailEnd type="none" w="med" len="med"/>
          </a:ln>
        </p:spPr>
      </p:cxnSp>
      <p:pic>
        <p:nvPicPr>
          <p:cNvPr id="3" name="Picture 3" descr="Chart, pie chart&#10;&#10;Description automatically generated">
            <a:extLst>
              <a:ext uri="{FF2B5EF4-FFF2-40B4-BE49-F238E27FC236}">
                <a16:creationId xmlns:a16="http://schemas.microsoft.com/office/drawing/2014/main" id="{88F70546-FE39-D2A2-FE4B-174AF66EB15E}"/>
              </a:ext>
            </a:extLst>
          </p:cNvPr>
          <p:cNvPicPr>
            <a:picLocks noChangeAspect="1"/>
          </p:cNvPicPr>
          <p:nvPr/>
        </p:nvPicPr>
        <p:blipFill>
          <a:blip r:embed="rId3"/>
          <a:stretch>
            <a:fillRect/>
          </a:stretch>
        </p:blipFill>
        <p:spPr>
          <a:xfrm>
            <a:off x="617538" y="2525712"/>
            <a:ext cx="3622675" cy="2505075"/>
          </a:xfrm>
          <a:prstGeom prst="rect">
            <a:avLst/>
          </a:prstGeom>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3"/>
          <p:cNvSpPr txBox="1">
            <a:spLocks noGrp="1"/>
          </p:cNvSpPr>
          <p:nvPr>
            <p:ph type="title"/>
          </p:nvPr>
        </p:nvSpPr>
        <p:spPr>
          <a:xfrm>
            <a:off x="634063" y="43388"/>
            <a:ext cx="8359000" cy="460837"/>
          </a:xfrm>
          <a:prstGeom prst="rect">
            <a:avLst/>
          </a:prstGeom>
          <a:noFill/>
          <a:ln>
            <a:noFill/>
          </a:ln>
        </p:spPr>
        <p:txBody>
          <a:bodyPr spcFirstLastPara="1" wrap="square" lIns="91425" tIns="45700" rIns="91425" bIns="45700" anchor="ctr" anchorCtr="0">
            <a:normAutofit fontScale="90000"/>
          </a:bodyPr>
          <a:lstStyle/>
          <a:p>
            <a:r>
              <a:rPr lang="en"/>
              <a:t>X has a single premium subscription plan priced at Rs 150 per month, in stark contrast to other OTT platforms that have a tiered pricing model.</a:t>
            </a:r>
            <a:endParaRPr lang="en-US"/>
          </a:p>
        </p:txBody>
      </p:sp>
      <p:sp>
        <p:nvSpPr>
          <p:cNvPr id="304" name="Google Shape;304;p43"/>
          <p:cNvSpPr txBox="1"/>
          <p:nvPr/>
        </p:nvSpPr>
        <p:spPr>
          <a:xfrm>
            <a:off x="333189" y="1583875"/>
            <a:ext cx="1614300" cy="307800"/>
          </a:xfrm>
          <a:prstGeom prst="rect">
            <a:avLst/>
          </a:prstGeom>
          <a:solidFill>
            <a:srgbClr val="D5FCAB"/>
          </a:solidFill>
          <a:ln>
            <a:noFill/>
          </a:ln>
        </p:spPr>
        <p:txBody>
          <a:bodyPr spcFirstLastPara="1" wrap="square" lIns="91425" tIns="45700" rIns="91425" bIns="45700" anchor="ctr" anchorCtr="0">
            <a:noAutofit/>
          </a:bodyPr>
          <a:lstStyle/>
          <a:p>
            <a:pPr marL="342900" marR="0" lvl="0" indent="-342900" algn="ctr" rtl="0">
              <a:lnSpc>
                <a:spcPct val="60000"/>
              </a:lnSpc>
              <a:spcBef>
                <a:spcPts val="0"/>
              </a:spcBef>
              <a:spcAft>
                <a:spcPts val="0"/>
              </a:spcAft>
              <a:buNone/>
            </a:pPr>
            <a:r>
              <a:rPr lang="en" sz="1200" b="1">
                <a:latin typeface="Calibri"/>
                <a:ea typeface="Calibri"/>
                <a:cs typeface="Calibri"/>
                <a:sym typeface="Calibri"/>
              </a:rPr>
              <a:t>Disney+Hotstar</a:t>
            </a:r>
            <a:endParaRPr/>
          </a:p>
        </p:txBody>
      </p:sp>
      <p:sp>
        <p:nvSpPr>
          <p:cNvPr id="305" name="Google Shape;305;p43"/>
          <p:cNvSpPr/>
          <p:nvPr/>
        </p:nvSpPr>
        <p:spPr>
          <a:xfrm>
            <a:off x="333200" y="1957199"/>
            <a:ext cx="1593576" cy="1275025"/>
          </a:xfrm>
          <a:prstGeom prst="rect">
            <a:avLst/>
          </a:prstGeom>
          <a:noFill/>
          <a:ln w="28575" cap="flat" cmpd="sng">
            <a:solidFill>
              <a:schemeClr val="tx1"/>
            </a:solidFill>
            <a:prstDash val="solid"/>
            <a:miter lim="800000"/>
            <a:headEnd type="none" w="sm" len="sm"/>
            <a:tailEnd type="none" w="sm" len="sm"/>
          </a:ln>
        </p:spPr>
        <p:txBody>
          <a:bodyPr spcFirstLastPara="1" wrap="square" lIns="91425" tIns="45700" rIns="91425" bIns="45700" anchor="ctr" anchorCtr="0">
            <a:noAutofit/>
          </a:bodyPr>
          <a:lstStyle/>
          <a:p>
            <a:pPr algn="just">
              <a:spcBef>
                <a:spcPts val="1500"/>
              </a:spcBef>
              <a:buClr>
                <a:schemeClr val="dk1"/>
              </a:buClr>
              <a:buSzPts val="1100"/>
            </a:pPr>
            <a:endParaRPr lang="en" sz="900" b="1">
              <a:solidFill>
                <a:srgbClr val="1F1F1F"/>
              </a:solidFill>
              <a:highlight>
                <a:srgbClr val="FFFFFF"/>
              </a:highlight>
            </a:endParaRPr>
          </a:p>
          <a:p>
            <a:pPr marL="0" lvl="0" indent="0" algn="just">
              <a:lnSpc>
                <a:spcPct val="100000"/>
              </a:lnSpc>
              <a:spcBef>
                <a:spcPts val="1500"/>
              </a:spcBef>
              <a:spcAft>
                <a:spcPts val="0"/>
              </a:spcAft>
              <a:buSzPts val="1100"/>
              <a:buFont typeface="Arial"/>
              <a:buNone/>
            </a:pPr>
            <a:r>
              <a:rPr lang="en" sz="900" b="1">
                <a:solidFill>
                  <a:srgbClr val="1F1F1F"/>
                </a:solidFill>
                <a:highlight>
                  <a:srgbClr val="FFFFFF"/>
                </a:highlight>
              </a:rPr>
              <a:t>Disney+ </a:t>
            </a:r>
            <a:r>
              <a:rPr lang="en" sz="900" b="1" err="1">
                <a:solidFill>
                  <a:srgbClr val="1F1F1F"/>
                </a:solidFill>
                <a:highlight>
                  <a:srgbClr val="FFFFFF"/>
                </a:highlight>
              </a:rPr>
              <a:t>Hotstar</a:t>
            </a:r>
            <a:r>
              <a:rPr lang="en" sz="900" b="1">
                <a:solidFill>
                  <a:srgbClr val="1F1F1F"/>
                </a:solidFill>
                <a:highlight>
                  <a:srgbClr val="FFFFFF"/>
                </a:highlight>
              </a:rPr>
              <a:t> Super (2 devices)</a:t>
            </a:r>
            <a:r>
              <a:rPr lang="en" sz="900">
                <a:solidFill>
                  <a:srgbClr val="1F1F1F"/>
                </a:solidFill>
                <a:highlight>
                  <a:srgbClr val="FFFFFF"/>
                </a:highlight>
              </a:rPr>
              <a:t> - Rs 899/</a:t>
            </a:r>
            <a:r>
              <a:rPr lang="en" sz="900" err="1">
                <a:solidFill>
                  <a:srgbClr val="1F1F1F"/>
                </a:solidFill>
                <a:highlight>
                  <a:srgbClr val="FFFFFF"/>
                </a:highlight>
              </a:rPr>
              <a:t>yr</a:t>
            </a:r>
            <a:r>
              <a:rPr lang="en" sz="900">
                <a:solidFill>
                  <a:srgbClr val="1F1F1F"/>
                </a:solidFill>
                <a:highlight>
                  <a:srgbClr val="FFFFFF"/>
                </a:highlight>
              </a:rPr>
              <a:t> - Watch ad-supported content up to 1080p HD. </a:t>
            </a:r>
            <a:r>
              <a:rPr lang="en" sz="900" b="1">
                <a:solidFill>
                  <a:srgbClr val="1F1F1F"/>
                </a:solidFill>
                <a:highlight>
                  <a:srgbClr val="FFFFFF"/>
                </a:highlight>
              </a:rPr>
              <a:t>Disney+ </a:t>
            </a:r>
            <a:r>
              <a:rPr lang="en" sz="900" b="1" err="1">
                <a:solidFill>
                  <a:srgbClr val="1F1F1F"/>
                </a:solidFill>
                <a:highlight>
                  <a:srgbClr val="FFFFFF"/>
                </a:highlight>
              </a:rPr>
              <a:t>Hotstar</a:t>
            </a:r>
            <a:r>
              <a:rPr lang="en" sz="900" b="1">
                <a:solidFill>
                  <a:srgbClr val="1F1F1F"/>
                </a:solidFill>
                <a:highlight>
                  <a:srgbClr val="FFFFFF"/>
                </a:highlight>
              </a:rPr>
              <a:t> Premium (up to 4 devices)</a:t>
            </a:r>
            <a:r>
              <a:rPr lang="en" sz="900">
                <a:solidFill>
                  <a:srgbClr val="1F1F1F"/>
                </a:solidFill>
                <a:highlight>
                  <a:srgbClr val="FFFFFF"/>
                </a:highlight>
              </a:rPr>
              <a:t> - Rs 1499 /</a:t>
            </a:r>
            <a:r>
              <a:rPr lang="en" sz="900" err="1">
                <a:solidFill>
                  <a:srgbClr val="1F1F1F"/>
                </a:solidFill>
                <a:highlight>
                  <a:srgbClr val="FFFFFF"/>
                </a:highlight>
              </a:rPr>
              <a:t>yr</a:t>
            </a:r>
            <a:r>
              <a:rPr lang="en" sz="900">
                <a:solidFill>
                  <a:srgbClr val="1F1F1F"/>
                </a:solidFill>
                <a:highlight>
                  <a:srgbClr val="FFFFFF"/>
                </a:highlight>
              </a:rPr>
              <a:t> - Watch all content up to 4k resolution</a:t>
            </a:r>
            <a:endParaRPr sz="900">
              <a:solidFill>
                <a:srgbClr val="1F1F1F"/>
              </a:solidFill>
              <a:highlight>
                <a:srgbClr val="FFFFFF"/>
              </a:highlight>
            </a:endParaRPr>
          </a:p>
          <a:p>
            <a:pPr marL="0" marR="0" lvl="0" indent="0" algn="l" rtl="0">
              <a:spcBef>
                <a:spcPts val="1500"/>
              </a:spcBef>
              <a:spcAft>
                <a:spcPts val="0"/>
              </a:spcAft>
              <a:buNone/>
            </a:pPr>
            <a:endParaRPr sz="900"/>
          </a:p>
        </p:txBody>
      </p:sp>
      <p:sp>
        <p:nvSpPr>
          <p:cNvPr id="306" name="Google Shape;306;p43"/>
          <p:cNvSpPr txBox="1"/>
          <p:nvPr/>
        </p:nvSpPr>
        <p:spPr>
          <a:xfrm>
            <a:off x="1998088" y="1580625"/>
            <a:ext cx="1614300" cy="307800"/>
          </a:xfrm>
          <a:prstGeom prst="rect">
            <a:avLst/>
          </a:prstGeom>
          <a:solidFill>
            <a:srgbClr val="D5FCAB"/>
          </a:solidFill>
          <a:ln>
            <a:noFill/>
          </a:ln>
        </p:spPr>
        <p:txBody>
          <a:bodyPr spcFirstLastPara="1" wrap="square" lIns="91425" tIns="45700" rIns="91425" bIns="45700" anchor="ctr" anchorCtr="0">
            <a:noAutofit/>
          </a:bodyPr>
          <a:lstStyle/>
          <a:p>
            <a:pPr marL="342900" marR="0" lvl="0" indent="-342900" algn="l" rtl="0">
              <a:lnSpc>
                <a:spcPct val="60000"/>
              </a:lnSpc>
              <a:spcBef>
                <a:spcPts val="0"/>
              </a:spcBef>
              <a:spcAft>
                <a:spcPts val="0"/>
              </a:spcAft>
              <a:buNone/>
            </a:pPr>
            <a:r>
              <a:rPr lang="en" sz="1200" b="1">
                <a:latin typeface="Calibri"/>
                <a:ea typeface="Calibri"/>
                <a:cs typeface="Calibri"/>
                <a:sym typeface="Calibri"/>
              </a:rPr>
              <a:t>                ZEE5</a:t>
            </a:r>
            <a:endParaRPr/>
          </a:p>
        </p:txBody>
      </p:sp>
      <p:sp>
        <p:nvSpPr>
          <p:cNvPr id="307" name="Google Shape;307;p43"/>
          <p:cNvSpPr txBox="1"/>
          <p:nvPr/>
        </p:nvSpPr>
        <p:spPr>
          <a:xfrm>
            <a:off x="3741438" y="1583875"/>
            <a:ext cx="1614300" cy="307800"/>
          </a:xfrm>
          <a:prstGeom prst="rect">
            <a:avLst/>
          </a:prstGeom>
          <a:solidFill>
            <a:srgbClr val="D5FCAB"/>
          </a:solidFill>
          <a:ln>
            <a:noFill/>
          </a:ln>
        </p:spPr>
        <p:txBody>
          <a:bodyPr spcFirstLastPara="1" wrap="square" lIns="91425" tIns="45700" rIns="91425" bIns="45700" anchor="ctr" anchorCtr="0">
            <a:noAutofit/>
          </a:bodyPr>
          <a:lstStyle/>
          <a:p>
            <a:pPr marL="342900" marR="0" lvl="0" indent="-342900" algn="l" rtl="0">
              <a:lnSpc>
                <a:spcPct val="60000"/>
              </a:lnSpc>
              <a:spcBef>
                <a:spcPts val="0"/>
              </a:spcBef>
              <a:spcAft>
                <a:spcPts val="0"/>
              </a:spcAft>
              <a:buNone/>
            </a:pPr>
            <a:r>
              <a:rPr lang="en" sz="1200" b="1">
                <a:latin typeface="Calibri"/>
                <a:ea typeface="Calibri"/>
                <a:cs typeface="Calibri"/>
                <a:sym typeface="Calibri"/>
              </a:rPr>
              <a:t>             SonyLiv</a:t>
            </a:r>
            <a:endParaRPr sz="1200" b="1">
              <a:solidFill>
                <a:srgbClr val="000000"/>
              </a:solidFill>
              <a:latin typeface="Calibri"/>
              <a:ea typeface="Calibri"/>
              <a:cs typeface="Calibri"/>
              <a:sym typeface="Calibri"/>
            </a:endParaRPr>
          </a:p>
        </p:txBody>
      </p:sp>
      <p:sp>
        <p:nvSpPr>
          <p:cNvPr id="308" name="Google Shape;308;p43"/>
          <p:cNvSpPr/>
          <p:nvPr/>
        </p:nvSpPr>
        <p:spPr>
          <a:xfrm>
            <a:off x="1998088" y="1961194"/>
            <a:ext cx="1516912" cy="1271030"/>
          </a:xfrm>
          <a:prstGeom prst="rect">
            <a:avLst/>
          </a:prstGeom>
          <a:noFill/>
          <a:ln w="28575" cap="flat" cmpd="sng">
            <a:solidFill>
              <a:schemeClr val="tx1"/>
            </a:solidFill>
            <a:prstDash val="solid"/>
            <a:miter lim="800000"/>
            <a:headEnd type="none" w="sm" len="sm"/>
            <a:tailEnd type="none" w="sm" len="sm"/>
          </a:ln>
        </p:spPr>
        <p:txBody>
          <a:bodyPr spcFirstLastPara="1" wrap="square" lIns="91425" tIns="45700" rIns="91425" bIns="45700" anchor="ctr" anchorCtr="0">
            <a:noAutofit/>
          </a:bodyPr>
          <a:lstStyle/>
          <a:p>
            <a:pPr algn="just">
              <a:spcBef>
                <a:spcPts val="1500"/>
              </a:spcBef>
              <a:buClr>
                <a:schemeClr val="dk1"/>
              </a:buClr>
              <a:buSzPts val="1100"/>
            </a:pPr>
            <a:endParaRPr lang="en" sz="900" b="1">
              <a:solidFill>
                <a:srgbClr val="1F1F1F"/>
              </a:solidFill>
              <a:highlight>
                <a:srgbClr val="FFFFFF"/>
              </a:highlight>
            </a:endParaRPr>
          </a:p>
          <a:p>
            <a:pPr marL="0" lvl="0" indent="0" algn="just">
              <a:lnSpc>
                <a:spcPct val="100000"/>
              </a:lnSpc>
              <a:spcBef>
                <a:spcPts val="1500"/>
              </a:spcBef>
              <a:spcAft>
                <a:spcPts val="0"/>
              </a:spcAft>
              <a:buSzPts val="1100"/>
              <a:buFont typeface="Arial"/>
              <a:buNone/>
            </a:pPr>
            <a:r>
              <a:rPr lang="en" sz="900" b="1">
                <a:solidFill>
                  <a:srgbClr val="1F1F1F"/>
                </a:solidFill>
                <a:highlight>
                  <a:srgbClr val="FFFFFF"/>
                </a:highlight>
              </a:rPr>
              <a:t>Rs 599 </a:t>
            </a:r>
            <a:r>
              <a:rPr lang="en" sz="900">
                <a:solidFill>
                  <a:srgbClr val="1F1F1F"/>
                </a:solidFill>
                <a:highlight>
                  <a:srgbClr val="FFFFFF"/>
                </a:highlight>
              </a:rPr>
              <a:t>- 1 year - Ad-free TV shows, 2800+ movies, Web series, compatible with </a:t>
            </a:r>
            <a:r>
              <a:rPr lang="en" sz="900" b="1">
                <a:solidFill>
                  <a:srgbClr val="1F1F1F"/>
                </a:solidFill>
                <a:highlight>
                  <a:srgbClr val="FFFFFF"/>
                </a:highlight>
              </a:rPr>
              <a:t>3 screens</a:t>
            </a:r>
            <a:r>
              <a:rPr lang="en" sz="900">
                <a:solidFill>
                  <a:srgbClr val="1F1F1F"/>
                </a:solidFill>
                <a:highlight>
                  <a:srgbClr val="FFFFFF"/>
                </a:highlight>
              </a:rPr>
              <a:t>.- </a:t>
            </a:r>
            <a:r>
              <a:rPr lang="en" sz="900" b="1">
                <a:solidFill>
                  <a:srgbClr val="1F1F1F"/>
                </a:solidFill>
                <a:highlight>
                  <a:srgbClr val="FFFFFF"/>
                </a:highlight>
              </a:rPr>
              <a:t>Rs 399 </a:t>
            </a:r>
            <a:r>
              <a:rPr lang="en" sz="900">
                <a:solidFill>
                  <a:srgbClr val="1F1F1F"/>
                </a:solidFill>
                <a:highlight>
                  <a:srgbClr val="FFFFFF"/>
                </a:highlight>
              </a:rPr>
              <a:t>- 3 months - Movies, Ad-free TV shows, </a:t>
            </a:r>
            <a:r>
              <a:rPr lang="en" sz="900" err="1">
                <a:solidFill>
                  <a:srgbClr val="1F1F1F"/>
                </a:solidFill>
                <a:highlight>
                  <a:srgbClr val="FFFFFF"/>
                </a:highlight>
              </a:rPr>
              <a:t>AltBalaji</a:t>
            </a:r>
            <a:r>
              <a:rPr lang="en" sz="900">
                <a:solidFill>
                  <a:srgbClr val="1F1F1F"/>
                </a:solidFill>
                <a:highlight>
                  <a:srgbClr val="FFFFFF"/>
                </a:highlight>
              </a:rPr>
              <a:t> content, </a:t>
            </a:r>
            <a:r>
              <a:rPr lang="en" sz="900" b="1">
                <a:solidFill>
                  <a:srgbClr val="1F1F1F"/>
                </a:solidFill>
                <a:highlight>
                  <a:srgbClr val="FFFFFF"/>
                </a:highlight>
              </a:rPr>
              <a:t>2 screens</a:t>
            </a:r>
            <a:endParaRPr sz="900" b="1">
              <a:solidFill>
                <a:srgbClr val="1F1F1F"/>
              </a:solidFill>
              <a:highlight>
                <a:srgbClr val="FFFFFF"/>
              </a:highlight>
            </a:endParaRPr>
          </a:p>
          <a:p>
            <a:pPr marL="0" marR="0" lvl="0" indent="0" algn="l" rtl="0">
              <a:spcBef>
                <a:spcPts val="1500"/>
              </a:spcBef>
              <a:spcAft>
                <a:spcPts val="0"/>
              </a:spcAft>
              <a:buNone/>
            </a:pPr>
            <a:endParaRPr sz="900"/>
          </a:p>
        </p:txBody>
      </p:sp>
      <p:sp>
        <p:nvSpPr>
          <p:cNvPr id="309" name="Google Shape;309;p43"/>
          <p:cNvSpPr/>
          <p:nvPr/>
        </p:nvSpPr>
        <p:spPr>
          <a:xfrm>
            <a:off x="3751786" y="1968374"/>
            <a:ext cx="1603951" cy="1259957"/>
          </a:xfrm>
          <a:prstGeom prst="rect">
            <a:avLst/>
          </a:prstGeom>
          <a:noFill/>
          <a:ln w="28575" cap="flat" cmpd="sng">
            <a:solidFill>
              <a:schemeClr val="tx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900">
                <a:solidFill>
                  <a:srgbClr val="1F1F1F"/>
                </a:solidFill>
                <a:highlight>
                  <a:srgbClr val="FFFFFF"/>
                </a:highlight>
              </a:rPr>
              <a:t>Rs 299/ Rs 699 / Rs 999 - 1 Month/ Six Months/ 1 Year</a:t>
            </a:r>
            <a:endParaRPr sz="900">
              <a:solidFill>
                <a:srgbClr val="000000"/>
              </a:solidFill>
            </a:endParaRPr>
          </a:p>
        </p:txBody>
      </p:sp>
      <p:sp>
        <p:nvSpPr>
          <p:cNvPr id="310" name="Google Shape;310;p43"/>
          <p:cNvSpPr txBox="1"/>
          <p:nvPr/>
        </p:nvSpPr>
        <p:spPr>
          <a:xfrm>
            <a:off x="100013" y="5601980"/>
            <a:ext cx="672941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800">
                <a:solidFill>
                  <a:schemeClr val="dk1"/>
                </a:solidFill>
                <a:latin typeface="Calibri"/>
                <a:ea typeface="Calibri"/>
                <a:cs typeface="Calibri"/>
                <a:sym typeface="Calibri"/>
              </a:rPr>
              <a:t>Source: Company websites, Institute Websites, Economic Times, Research Citations</a:t>
            </a:r>
            <a:endParaRPr sz="800">
              <a:solidFill>
                <a:schemeClr val="dk1"/>
              </a:solidFill>
              <a:latin typeface="Calibri"/>
              <a:ea typeface="Calibri"/>
              <a:cs typeface="Calibri"/>
              <a:sym typeface="Calibri"/>
            </a:endParaRPr>
          </a:p>
        </p:txBody>
      </p:sp>
      <p:sp>
        <p:nvSpPr>
          <p:cNvPr id="311" name="Google Shape;311;p43"/>
          <p:cNvSpPr txBox="1"/>
          <p:nvPr/>
        </p:nvSpPr>
        <p:spPr>
          <a:xfrm>
            <a:off x="5484800" y="1580625"/>
            <a:ext cx="1614300" cy="307800"/>
          </a:xfrm>
          <a:prstGeom prst="rect">
            <a:avLst/>
          </a:prstGeom>
          <a:solidFill>
            <a:srgbClr val="D5FCAB"/>
          </a:solidFill>
          <a:ln>
            <a:noFill/>
          </a:ln>
        </p:spPr>
        <p:txBody>
          <a:bodyPr spcFirstLastPara="1" wrap="square" lIns="91425" tIns="45700" rIns="91425" bIns="45700" anchor="ctr" anchorCtr="0">
            <a:noAutofit/>
          </a:bodyPr>
          <a:lstStyle/>
          <a:p>
            <a:pPr marL="342900" marR="0" lvl="0" indent="-342900" algn="l" rtl="0">
              <a:lnSpc>
                <a:spcPct val="60000"/>
              </a:lnSpc>
              <a:spcBef>
                <a:spcPts val="0"/>
              </a:spcBef>
              <a:spcAft>
                <a:spcPts val="0"/>
              </a:spcAft>
              <a:buNone/>
            </a:pPr>
            <a:r>
              <a:rPr lang="en" sz="1200" b="1">
                <a:latin typeface="Calibri"/>
                <a:ea typeface="Calibri"/>
                <a:cs typeface="Calibri"/>
                <a:sym typeface="Calibri"/>
              </a:rPr>
              <a:t>               “ X”</a:t>
            </a:r>
            <a:endParaRPr sz="1200" b="1">
              <a:solidFill>
                <a:srgbClr val="000000"/>
              </a:solidFill>
              <a:latin typeface="Calibri"/>
              <a:ea typeface="Calibri"/>
              <a:cs typeface="Calibri"/>
              <a:sym typeface="Calibri"/>
            </a:endParaRPr>
          </a:p>
        </p:txBody>
      </p:sp>
      <p:sp>
        <p:nvSpPr>
          <p:cNvPr id="312" name="Google Shape;312;p43"/>
          <p:cNvSpPr/>
          <p:nvPr/>
        </p:nvSpPr>
        <p:spPr>
          <a:xfrm>
            <a:off x="5492738" y="3727154"/>
            <a:ext cx="1633968" cy="578784"/>
          </a:xfrm>
          <a:prstGeom prst="rect">
            <a:avLst/>
          </a:prstGeom>
          <a:noFill/>
          <a:ln w="28575" cap="flat" cmpd="sng">
            <a:solidFill>
              <a:schemeClr val="tx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900"/>
              <a:t>Premium Plan- 150/month</a:t>
            </a:r>
            <a:endParaRPr sz="900">
              <a:solidFill>
                <a:srgbClr val="000000"/>
              </a:solidFill>
            </a:endParaRPr>
          </a:p>
        </p:txBody>
      </p:sp>
      <p:sp>
        <p:nvSpPr>
          <p:cNvPr id="313" name="Google Shape;313;p43"/>
          <p:cNvSpPr/>
          <p:nvPr/>
        </p:nvSpPr>
        <p:spPr>
          <a:xfrm flipH="1">
            <a:off x="7267500" y="2572913"/>
            <a:ext cx="1815300" cy="409800"/>
          </a:xfrm>
          <a:prstGeom prst="homePlate">
            <a:avLst>
              <a:gd name="adj" fmla="val 50000"/>
            </a:avLst>
          </a:prstGeom>
          <a:solidFill>
            <a:srgbClr val="00C782"/>
          </a:solidFill>
          <a:ln w="9525" cap="flat" cmpd="sng">
            <a:noFill/>
            <a:prstDash val="dash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Subscription Plan</a:t>
            </a:r>
            <a:endParaRPr/>
          </a:p>
        </p:txBody>
      </p:sp>
      <p:sp>
        <p:nvSpPr>
          <p:cNvPr id="314" name="Google Shape;314;p43"/>
          <p:cNvSpPr/>
          <p:nvPr/>
        </p:nvSpPr>
        <p:spPr>
          <a:xfrm flipH="1">
            <a:off x="7268975" y="3819600"/>
            <a:ext cx="1815300" cy="389400"/>
          </a:xfrm>
          <a:prstGeom prst="homePlate">
            <a:avLst>
              <a:gd name="adj" fmla="val 50000"/>
            </a:avLst>
          </a:prstGeom>
          <a:solidFill>
            <a:srgbClr val="00C782"/>
          </a:solidFill>
          <a:ln w="9525" cap="flat" cmpd="sng">
            <a:noFill/>
            <a:prstDash val="dash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Pricing Strategy</a:t>
            </a:r>
            <a:endParaRPr/>
          </a:p>
        </p:txBody>
      </p:sp>
      <p:sp>
        <p:nvSpPr>
          <p:cNvPr id="315" name="Google Shape;315;p43"/>
          <p:cNvSpPr txBox="1"/>
          <p:nvPr/>
        </p:nvSpPr>
        <p:spPr>
          <a:xfrm>
            <a:off x="333175" y="3295725"/>
            <a:ext cx="1593600" cy="1015632"/>
          </a:xfrm>
          <a:prstGeom prst="rect">
            <a:avLst/>
          </a:prstGeom>
          <a:noFill/>
          <a:ln w="28575" cap="flat" cmpd="sng">
            <a:solidFill>
              <a:schemeClr val="tx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900"/>
              <a:t>Disney+Hotstar follows a two-step market capture strategy  by giving:</a:t>
            </a:r>
            <a:endParaRPr sz="900"/>
          </a:p>
          <a:p>
            <a:pPr marL="457200" lvl="0" indent="-285750" algn="l" rtl="0">
              <a:spcBef>
                <a:spcPts val="0"/>
              </a:spcBef>
              <a:spcAft>
                <a:spcPts val="0"/>
              </a:spcAft>
              <a:buSzPts val="900"/>
              <a:buAutoNum type="romanUcPeriod"/>
            </a:pPr>
            <a:r>
              <a:rPr lang="en" sz="900"/>
              <a:t>An entry-level plan</a:t>
            </a:r>
            <a:endParaRPr sz="900"/>
          </a:p>
          <a:p>
            <a:pPr marL="457200" lvl="0" indent="-285750" algn="l" rtl="0">
              <a:spcBef>
                <a:spcPts val="0"/>
              </a:spcBef>
              <a:spcAft>
                <a:spcPts val="0"/>
              </a:spcAft>
              <a:buSzPts val="900"/>
              <a:buAutoNum type="romanUcPeriod"/>
            </a:pPr>
            <a:r>
              <a:rPr lang="en" sz="900"/>
              <a:t>A premium level plan</a:t>
            </a:r>
            <a:endParaRPr sz="900"/>
          </a:p>
        </p:txBody>
      </p:sp>
      <p:sp>
        <p:nvSpPr>
          <p:cNvPr id="316" name="Google Shape;316;p43"/>
          <p:cNvSpPr txBox="1"/>
          <p:nvPr/>
        </p:nvSpPr>
        <p:spPr>
          <a:xfrm>
            <a:off x="1998088" y="3297250"/>
            <a:ext cx="1516912" cy="1014107"/>
          </a:xfrm>
          <a:prstGeom prst="rect">
            <a:avLst/>
          </a:prstGeom>
          <a:noFill/>
          <a:ln w="28575" cap="flat" cmpd="sng">
            <a:solidFill>
              <a:schemeClr val="tx1"/>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sz="900"/>
              <a:t>Zee5 similarly follows the 2-step pricing strategy.</a:t>
            </a:r>
            <a:endParaRPr sz="900"/>
          </a:p>
          <a:p>
            <a:pPr marL="457200" lvl="0" indent="-285750" algn="l" rtl="0">
              <a:spcBef>
                <a:spcPts val="0"/>
              </a:spcBef>
              <a:spcAft>
                <a:spcPts val="0"/>
              </a:spcAft>
              <a:buSzPts val="900"/>
              <a:buAutoNum type="romanUcPeriod"/>
            </a:pPr>
            <a:r>
              <a:rPr lang="en" sz="900"/>
              <a:t>Ad-free access on any plan</a:t>
            </a:r>
            <a:endParaRPr sz="900"/>
          </a:p>
          <a:p>
            <a:pPr marL="457200" lvl="0" indent="-285750" algn="l" rtl="0">
              <a:spcBef>
                <a:spcPts val="0"/>
              </a:spcBef>
              <a:spcAft>
                <a:spcPts val="0"/>
              </a:spcAft>
              <a:buSzPts val="900"/>
              <a:buAutoNum type="romanUcPeriod"/>
            </a:pPr>
            <a:r>
              <a:rPr lang="en" sz="900"/>
              <a:t>Lower price than its counterparts</a:t>
            </a:r>
            <a:endParaRPr sz="900"/>
          </a:p>
        </p:txBody>
      </p:sp>
      <p:sp>
        <p:nvSpPr>
          <p:cNvPr id="317" name="Google Shape;317;p43"/>
          <p:cNvSpPr txBox="1"/>
          <p:nvPr/>
        </p:nvSpPr>
        <p:spPr>
          <a:xfrm>
            <a:off x="3743848" y="3291832"/>
            <a:ext cx="1603952" cy="1014107"/>
          </a:xfrm>
          <a:prstGeom prst="rect">
            <a:avLst/>
          </a:prstGeom>
          <a:noFill/>
          <a:ln w="28575" cap="flat" cmpd="sng">
            <a:solidFill>
              <a:schemeClr val="tx1"/>
            </a:solidFill>
            <a:prstDash val="solid"/>
            <a:round/>
            <a:headEnd type="none" w="sm" len="sm"/>
            <a:tailEnd type="none" w="sm" len="sm"/>
          </a:ln>
        </p:spPr>
        <p:txBody>
          <a:bodyPr spcFirstLastPara="1" wrap="square" lIns="91425" tIns="91425" rIns="91425" bIns="91425" anchor="t" anchorCtr="0">
            <a:noAutofit/>
          </a:bodyPr>
          <a:lstStyle/>
          <a:p>
            <a:pPr marL="0" lvl="0" indent="0" algn="just" rtl="0">
              <a:spcBef>
                <a:spcPts val="0"/>
              </a:spcBef>
              <a:spcAft>
                <a:spcPts val="0"/>
              </a:spcAft>
              <a:buNone/>
            </a:pPr>
            <a:r>
              <a:rPr lang="en" sz="900"/>
              <a:t>Pricing of SonyLiv is a three-level strategy, 3 different. Plans that are missing in other OTT platforms.</a:t>
            </a:r>
            <a:endParaRPr sz="900"/>
          </a:p>
          <a:p>
            <a:pPr marL="0" lvl="0" indent="0" algn="l" rtl="0">
              <a:spcBef>
                <a:spcPts val="0"/>
              </a:spcBef>
              <a:spcAft>
                <a:spcPts val="0"/>
              </a:spcAft>
              <a:buNone/>
            </a:pPr>
            <a:endParaRPr sz="900"/>
          </a:p>
          <a:p>
            <a:pPr marL="0" lvl="0" indent="0" algn="l" rtl="0">
              <a:spcBef>
                <a:spcPts val="0"/>
              </a:spcBef>
              <a:spcAft>
                <a:spcPts val="0"/>
              </a:spcAft>
              <a:buNone/>
            </a:pPr>
            <a:endParaRPr sz="900"/>
          </a:p>
          <a:p>
            <a:pPr marL="0" lvl="0" indent="0" algn="l" rtl="0">
              <a:spcBef>
                <a:spcPts val="0"/>
              </a:spcBef>
              <a:spcAft>
                <a:spcPts val="0"/>
              </a:spcAft>
              <a:buNone/>
            </a:pPr>
            <a:endParaRPr sz="900"/>
          </a:p>
          <a:p>
            <a:pPr marL="0" lvl="0" indent="0" algn="l" rtl="0">
              <a:spcBef>
                <a:spcPts val="0"/>
              </a:spcBef>
              <a:spcAft>
                <a:spcPts val="0"/>
              </a:spcAft>
              <a:buNone/>
            </a:pPr>
            <a:endParaRPr sz="900"/>
          </a:p>
          <a:p>
            <a:pPr marL="0" lvl="0" indent="0" algn="l" rtl="0">
              <a:spcBef>
                <a:spcPts val="0"/>
              </a:spcBef>
              <a:spcAft>
                <a:spcPts val="0"/>
              </a:spcAft>
              <a:buNone/>
            </a:pPr>
            <a:endParaRPr sz="900"/>
          </a:p>
        </p:txBody>
      </p:sp>
      <p:sp>
        <p:nvSpPr>
          <p:cNvPr id="318" name="Google Shape;318;p43"/>
          <p:cNvSpPr txBox="1"/>
          <p:nvPr/>
        </p:nvSpPr>
        <p:spPr>
          <a:xfrm>
            <a:off x="5504468" y="1955524"/>
            <a:ext cx="1614300" cy="1708130"/>
          </a:xfrm>
          <a:prstGeom prst="rect">
            <a:avLst/>
          </a:prstGeom>
          <a:noFill/>
          <a:ln w="28575" cap="flat" cmpd="sng">
            <a:solidFill>
              <a:schemeClr val="tx1"/>
            </a:solidFill>
            <a:prstDash val="solid"/>
            <a:round/>
            <a:headEnd type="none" w="sm" len="sm"/>
            <a:tailEnd type="none" w="sm" len="sm"/>
          </a:ln>
        </p:spPr>
        <p:txBody>
          <a:bodyPr spcFirstLastPara="1" wrap="square" lIns="91425" tIns="91425" rIns="91425" bIns="91425" anchor="t" anchorCtr="0">
            <a:spAutoFit/>
          </a:bodyPr>
          <a:lstStyle/>
          <a:p>
            <a:pPr marL="0" lvl="0" indent="0" algn="just" rtl="0">
              <a:spcBef>
                <a:spcPts val="0"/>
              </a:spcBef>
              <a:spcAft>
                <a:spcPts val="0"/>
              </a:spcAft>
              <a:buNone/>
            </a:pPr>
            <a:r>
              <a:rPr lang="en" sz="900"/>
              <a:t>Contrary to other companies, X has a single subscription plan.</a:t>
            </a:r>
            <a:endParaRPr sz="900"/>
          </a:p>
          <a:p>
            <a:pPr marL="457200" lvl="0" indent="-285750" algn="just" rtl="0">
              <a:spcBef>
                <a:spcPts val="0"/>
              </a:spcBef>
              <a:spcAft>
                <a:spcPts val="0"/>
              </a:spcAft>
              <a:buSzPts val="900"/>
              <a:buAutoNum type="romanUcPeriod"/>
            </a:pPr>
            <a:r>
              <a:rPr lang="en" sz="900"/>
              <a:t>Price/month is higher than well-performing competitors</a:t>
            </a:r>
            <a:endParaRPr sz="900"/>
          </a:p>
          <a:p>
            <a:pPr marL="457200" lvl="0" indent="-285750" algn="just" rtl="0">
              <a:spcBef>
                <a:spcPts val="0"/>
              </a:spcBef>
              <a:spcAft>
                <a:spcPts val="0"/>
              </a:spcAft>
              <a:buSzPts val="900"/>
              <a:buAutoNum type="romanUcPeriod"/>
            </a:pPr>
            <a:r>
              <a:rPr lang="en" sz="900"/>
              <a:t>No basic entry-level plans with the distinction between perks of each plan</a:t>
            </a:r>
            <a:endParaRPr sz="900"/>
          </a:p>
        </p:txBody>
      </p:sp>
      <p:sp>
        <p:nvSpPr>
          <p:cNvPr id="319" name="Google Shape;319;p43"/>
          <p:cNvSpPr txBox="1"/>
          <p:nvPr/>
        </p:nvSpPr>
        <p:spPr>
          <a:xfrm>
            <a:off x="333175" y="4400011"/>
            <a:ext cx="6785593" cy="600300"/>
          </a:xfrm>
          <a:prstGeom prst="rect">
            <a:avLst/>
          </a:prstGeom>
          <a:noFill/>
          <a:ln w="28575" cap="flat" cmpd="sng">
            <a:solidFill>
              <a:schemeClr val="tx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900"/>
              <a:t>IPL fans were turned into paying consumers by Hotstar+Disney. In order to watch a one-time sporting event or award ceremony, users must pay a monthly subscription cost. With the help of their web series and TV shows, Hotstar skillfully employed this method to first captivate the audience and then keep them watching.</a:t>
            </a:r>
            <a:endParaRPr sz="900"/>
          </a:p>
        </p:txBody>
      </p:sp>
      <p:sp>
        <p:nvSpPr>
          <p:cNvPr id="320" name="Google Shape;320;p43"/>
          <p:cNvSpPr/>
          <p:nvPr/>
        </p:nvSpPr>
        <p:spPr>
          <a:xfrm>
            <a:off x="1809150" y="565600"/>
            <a:ext cx="4008900" cy="621600"/>
          </a:xfrm>
          <a:prstGeom prst="ellipse">
            <a:avLst/>
          </a:prstGeom>
          <a:solidFill>
            <a:srgbClr val="00C782"/>
          </a:solidFill>
          <a:ln w="9525" cap="flat" cmpd="sng">
            <a:no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t>OTTs following Freemium &amp; Premium Pricing Strategies</a:t>
            </a:r>
            <a:endParaRPr sz="1500" b="1"/>
          </a:p>
        </p:txBody>
      </p:sp>
      <p:sp>
        <p:nvSpPr>
          <p:cNvPr id="321" name="Google Shape;321;p43"/>
          <p:cNvSpPr/>
          <p:nvPr/>
        </p:nvSpPr>
        <p:spPr>
          <a:xfrm rot="2989246">
            <a:off x="1488175" y="829173"/>
            <a:ext cx="141356" cy="899504"/>
          </a:xfrm>
          <a:prstGeom prst="downArrow">
            <a:avLst>
              <a:gd name="adj1" fmla="val 50000"/>
              <a:gd name="adj2"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3"/>
          <p:cNvSpPr/>
          <p:nvPr/>
        </p:nvSpPr>
        <p:spPr>
          <a:xfrm>
            <a:off x="2710600" y="1166650"/>
            <a:ext cx="189300" cy="409800"/>
          </a:xfrm>
          <a:prstGeom prst="downArrow">
            <a:avLst>
              <a:gd name="adj1" fmla="val 50000"/>
              <a:gd name="adj2"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3"/>
          <p:cNvSpPr/>
          <p:nvPr/>
        </p:nvSpPr>
        <p:spPr>
          <a:xfrm>
            <a:off x="4437750" y="1182300"/>
            <a:ext cx="189300" cy="389400"/>
          </a:xfrm>
          <a:prstGeom prst="downArrow">
            <a:avLst>
              <a:gd name="adj1" fmla="val 50000"/>
              <a:gd name="adj2"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3"/>
          <p:cNvSpPr/>
          <p:nvPr/>
        </p:nvSpPr>
        <p:spPr>
          <a:xfrm rot="-2387376">
            <a:off x="5752916" y="919157"/>
            <a:ext cx="137819" cy="663784"/>
          </a:xfrm>
          <a:prstGeom prst="downArrow">
            <a:avLst>
              <a:gd name="adj1" fmla="val 50000"/>
              <a:gd name="adj2"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4"/>
          <p:cNvSpPr txBox="1">
            <a:spLocks noGrp="1"/>
          </p:cNvSpPr>
          <p:nvPr>
            <p:ph type="body" idx="1"/>
          </p:nvPr>
        </p:nvSpPr>
        <p:spPr>
          <a:xfrm>
            <a:off x="22073" y="4972583"/>
            <a:ext cx="3872100" cy="154800"/>
          </a:xfrm>
          <a:prstGeom prst="rect">
            <a:avLst/>
          </a:prstGeom>
        </p:spPr>
        <p:txBody>
          <a:bodyPr spcFirstLastPara="1" wrap="square" lIns="91425" tIns="45700" rIns="91425" bIns="45700" anchor="t" anchorCtr="0">
            <a:normAutofit fontScale="25000" lnSpcReduction="20000"/>
          </a:bodyPr>
          <a:lstStyle/>
          <a:p>
            <a:pPr marL="0" lvl="0" indent="0" algn="l" rtl="0">
              <a:spcBef>
                <a:spcPts val="750"/>
              </a:spcBef>
              <a:spcAft>
                <a:spcPts val="0"/>
              </a:spcAft>
              <a:buNone/>
            </a:pPr>
            <a:endParaRPr/>
          </a:p>
        </p:txBody>
      </p:sp>
      <p:graphicFrame>
        <p:nvGraphicFramePr>
          <p:cNvPr id="10" name="Diagram 9">
            <a:extLst>
              <a:ext uri="{FF2B5EF4-FFF2-40B4-BE49-F238E27FC236}">
                <a16:creationId xmlns:a16="http://schemas.microsoft.com/office/drawing/2014/main" id="{942D69F9-5023-F6CF-DA24-D57A487161FB}"/>
              </a:ext>
            </a:extLst>
          </p:cNvPr>
          <p:cNvGraphicFramePr/>
          <p:nvPr>
            <p:extLst>
              <p:ext uri="{D42A27DB-BD31-4B8C-83A1-F6EECF244321}">
                <p14:modId xmlns:p14="http://schemas.microsoft.com/office/powerpoint/2010/main" val="52817770"/>
              </p:ext>
            </p:extLst>
          </p:nvPr>
        </p:nvGraphicFramePr>
        <p:xfrm>
          <a:off x="102631" y="615065"/>
          <a:ext cx="4653475" cy="34146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1" name="Group 10">
            <a:extLst>
              <a:ext uri="{FF2B5EF4-FFF2-40B4-BE49-F238E27FC236}">
                <a16:creationId xmlns:a16="http://schemas.microsoft.com/office/drawing/2014/main" id="{807B38FC-8B20-6215-2F53-4B94AAD74F5A}"/>
              </a:ext>
            </a:extLst>
          </p:cNvPr>
          <p:cNvGrpSpPr/>
          <p:nvPr/>
        </p:nvGrpSpPr>
        <p:grpSpPr>
          <a:xfrm>
            <a:off x="4754213" y="700500"/>
            <a:ext cx="4402633" cy="670466"/>
            <a:chOff x="0" y="1564888"/>
            <a:chExt cx="4653475" cy="823680"/>
          </a:xfrm>
        </p:grpSpPr>
        <p:sp>
          <p:nvSpPr>
            <p:cNvPr id="12" name="Rectangle: Rounded Corners 11">
              <a:extLst>
                <a:ext uri="{FF2B5EF4-FFF2-40B4-BE49-F238E27FC236}">
                  <a16:creationId xmlns:a16="http://schemas.microsoft.com/office/drawing/2014/main" id="{04F5E3FA-3AC1-23A7-5423-E088780E3B3D}"/>
                </a:ext>
              </a:extLst>
            </p:cNvPr>
            <p:cNvSpPr/>
            <p:nvPr/>
          </p:nvSpPr>
          <p:spPr>
            <a:xfrm>
              <a:off x="0" y="1564888"/>
              <a:ext cx="4653475" cy="823680"/>
            </a:xfrm>
            <a:prstGeom prst="roundRect">
              <a:avLst/>
            </a:prstGeom>
            <a:solidFill>
              <a:srgbClr val="00C78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3" name="Rectangle: Rounded Corners 4">
              <a:extLst>
                <a:ext uri="{FF2B5EF4-FFF2-40B4-BE49-F238E27FC236}">
                  <a16:creationId xmlns:a16="http://schemas.microsoft.com/office/drawing/2014/main" id="{03FBB656-0192-9B94-7394-9384F04BAC22}"/>
                </a:ext>
              </a:extLst>
            </p:cNvPr>
            <p:cNvSpPr txBox="1"/>
            <p:nvPr/>
          </p:nvSpPr>
          <p:spPr>
            <a:xfrm>
              <a:off x="40209" y="1605097"/>
              <a:ext cx="4573057" cy="7432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Discounts on subscription plans</a:t>
              </a:r>
            </a:p>
          </p:txBody>
        </p:sp>
      </p:grpSp>
      <p:grpSp>
        <p:nvGrpSpPr>
          <p:cNvPr id="14" name="Group 13">
            <a:extLst>
              <a:ext uri="{FF2B5EF4-FFF2-40B4-BE49-F238E27FC236}">
                <a16:creationId xmlns:a16="http://schemas.microsoft.com/office/drawing/2014/main" id="{B4108382-04C1-1569-2CD2-489AB37A0185}"/>
              </a:ext>
            </a:extLst>
          </p:cNvPr>
          <p:cNvGrpSpPr/>
          <p:nvPr/>
        </p:nvGrpSpPr>
        <p:grpSpPr>
          <a:xfrm>
            <a:off x="4791756" y="1330300"/>
            <a:ext cx="4341788" cy="1220736"/>
            <a:chOff x="-16470" y="2321911"/>
            <a:chExt cx="4692545" cy="906809"/>
          </a:xfrm>
        </p:grpSpPr>
        <p:sp>
          <p:nvSpPr>
            <p:cNvPr id="15" name="Rectangle 14">
              <a:extLst>
                <a:ext uri="{FF2B5EF4-FFF2-40B4-BE49-F238E27FC236}">
                  <a16:creationId xmlns:a16="http://schemas.microsoft.com/office/drawing/2014/main" id="{8418808E-D917-F954-704C-2A7C61BE2D04}"/>
                </a:ext>
              </a:extLst>
            </p:cNvPr>
            <p:cNvSpPr/>
            <p:nvPr/>
          </p:nvSpPr>
          <p:spPr>
            <a:xfrm>
              <a:off x="-16470" y="2321911"/>
              <a:ext cx="4653475" cy="728640"/>
            </a:xfrm>
            <a:prstGeom prst="rect">
              <a:avLst/>
            </a:prstGeom>
            <a:solidFill>
              <a:srgbClr val="D5FCAB"/>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sp>
        <p:sp>
          <p:nvSpPr>
            <p:cNvPr id="16" name="TextBox 15">
              <a:extLst>
                <a:ext uri="{FF2B5EF4-FFF2-40B4-BE49-F238E27FC236}">
                  <a16:creationId xmlns:a16="http://schemas.microsoft.com/office/drawing/2014/main" id="{C09A6C7E-1753-B47D-F7AC-74989F272022}"/>
                </a:ext>
              </a:extLst>
            </p:cNvPr>
            <p:cNvSpPr txBox="1"/>
            <p:nvPr/>
          </p:nvSpPr>
          <p:spPr>
            <a:xfrm>
              <a:off x="22600" y="2500080"/>
              <a:ext cx="4653475" cy="72864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47748" tIns="15240" rIns="85344" bIns="15240" numCol="1" spcCol="1270" anchor="t" anchorCtr="0">
              <a:noAutofit/>
            </a:bodyPr>
            <a:lstStyle/>
            <a:p>
              <a:pPr marL="114300" lvl="1" indent="-114300" algn="l" defTabSz="533400">
                <a:lnSpc>
                  <a:spcPct val="90000"/>
                </a:lnSpc>
                <a:spcBef>
                  <a:spcPct val="0"/>
                </a:spcBef>
                <a:spcAft>
                  <a:spcPct val="20000"/>
                </a:spcAft>
                <a:buChar char="•"/>
              </a:pPr>
              <a:r>
                <a:rPr lang="en-US" sz="1200" kern="1200"/>
                <a:t>Offering occasional deals like 24 hr. access to all content to everyone or making use of festive seasons to provide deals for more conversions</a:t>
              </a:r>
            </a:p>
          </p:txBody>
        </p:sp>
      </p:grpSp>
      <p:grpSp>
        <p:nvGrpSpPr>
          <p:cNvPr id="17" name="Group 16">
            <a:extLst>
              <a:ext uri="{FF2B5EF4-FFF2-40B4-BE49-F238E27FC236}">
                <a16:creationId xmlns:a16="http://schemas.microsoft.com/office/drawing/2014/main" id="{1A5B0737-AC64-A5F1-30B2-A42632078406}"/>
              </a:ext>
            </a:extLst>
          </p:cNvPr>
          <p:cNvGrpSpPr/>
          <p:nvPr/>
        </p:nvGrpSpPr>
        <p:grpSpPr>
          <a:xfrm>
            <a:off x="4783691" y="2174687"/>
            <a:ext cx="4402633" cy="694157"/>
            <a:chOff x="0" y="1564888"/>
            <a:chExt cx="4653475" cy="823680"/>
          </a:xfrm>
        </p:grpSpPr>
        <p:sp>
          <p:nvSpPr>
            <p:cNvPr id="18" name="Rectangle: Rounded Corners 17">
              <a:extLst>
                <a:ext uri="{FF2B5EF4-FFF2-40B4-BE49-F238E27FC236}">
                  <a16:creationId xmlns:a16="http://schemas.microsoft.com/office/drawing/2014/main" id="{82DB897A-EBBF-E5C9-25E5-AD0FCC4F717E}"/>
                </a:ext>
              </a:extLst>
            </p:cNvPr>
            <p:cNvSpPr/>
            <p:nvPr/>
          </p:nvSpPr>
          <p:spPr>
            <a:xfrm>
              <a:off x="0" y="1564888"/>
              <a:ext cx="4653475" cy="823680"/>
            </a:xfrm>
            <a:prstGeom prst="roundRect">
              <a:avLst/>
            </a:prstGeom>
            <a:solidFill>
              <a:srgbClr val="00C78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9" name="Rectangle: Rounded Corners 4">
              <a:extLst>
                <a:ext uri="{FF2B5EF4-FFF2-40B4-BE49-F238E27FC236}">
                  <a16:creationId xmlns:a16="http://schemas.microsoft.com/office/drawing/2014/main" id="{15FECFC5-5C2F-F6AB-01F4-8D35C0FA2608}"/>
                </a:ext>
              </a:extLst>
            </p:cNvPr>
            <p:cNvSpPr txBox="1"/>
            <p:nvPr/>
          </p:nvSpPr>
          <p:spPr>
            <a:xfrm>
              <a:off x="40209" y="1605097"/>
              <a:ext cx="4573057" cy="7432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Social media Marketing</a:t>
              </a:r>
            </a:p>
          </p:txBody>
        </p:sp>
      </p:grpSp>
      <p:grpSp>
        <p:nvGrpSpPr>
          <p:cNvPr id="20" name="Group 19">
            <a:extLst>
              <a:ext uri="{FF2B5EF4-FFF2-40B4-BE49-F238E27FC236}">
                <a16:creationId xmlns:a16="http://schemas.microsoft.com/office/drawing/2014/main" id="{EC3BA705-3AF8-86BD-62A7-E3ADB86210DB}"/>
              </a:ext>
            </a:extLst>
          </p:cNvPr>
          <p:cNvGrpSpPr/>
          <p:nvPr/>
        </p:nvGrpSpPr>
        <p:grpSpPr>
          <a:xfrm>
            <a:off x="4798429" y="2834958"/>
            <a:ext cx="4335115" cy="2357900"/>
            <a:chOff x="-11300" y="2378609"/>
            <a:chExt cx="4685333" cy="740260"/>
          </a:xfrm>
        </p:grpSpPr>
        <p:sp>
          <p:nvSpPr>
            <p:cNvPr id="21" name="Rectangle 20">
              <a:extLst>
                <a:ext uri="{FF2B5EF4-FFF2-40B4-BE49-F238E27FC236}">
                  <a16:creationId xmlns:a16="http://schemas.microsoft.com/office/drawing/2014/main" id="{8DE72970-D399-63F0-D4AF-45BEB204EF25}"/>
                </a:ext>
              </a:extLst>
            </p:cNvPr>
            <p:cNvSpPr/>
            <p:nvPr/>
          </p:nvSpPr>
          <p:spPr>
            <a:xfrm>
              <a:off x="-11300" y="2378609"/>
              <a:ext cx="4653475" cy="728640"/>
            </a:xfrm>
            <a:prstGeom prst="rect">
              <a:avLst/>
            </a:prstGeom>
            <a:solidFill>
              <a:srgbClr val="D5FCAB"/>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sp>
        <p:sp>
          <p:nvSpPr>
            <p:cNvPr id="22" name="TextBox 21">
              <a:extLst>
                <a:ext uri="{FF2B5EF4-FFF2-40B4-BE49-F238E27FC236}">
                  <a16:creationId xmlns:a16="http://schemas.microsoft.com/office/drawing/2014/main" id="{8E9EF5EE-546D-5599-8E0A-C8B36269D201}"/>
                </a:ext>
              </a:extLst>
            </p:cNvPr>
            <p:cNvSpPr txBox="1"/>
            <p:nvPr/>
          </p:nvSpPr>
          <p:spPr>
            <a:xfrm>
              <a:off x="20558" y="2403894"/>
              <a:ext cx="4653475" cy="71497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47748" tIns="15240" rIns="85344" bIns="15240" numCol="1" spcCol="1270" anchor="t" anchorCtr="0">
              <a:noAutofit/>
            </a:bodyPr>
            <a:lstStyle/>
            <a:p>
              <a:pPr marL="114300" lvl="1" indent="-114300" algn="l" defTabSz="533400">
                <a:lnSpc>
                  <a:spcPct val="90000"/>
                </a:lnSpc>
                <a:spcBef>
                  <a:spcPct val="0"/>
                </a:spcBef>
                <a:spcAft>
                  <a:spcPct val="20000"/>
                </a:spcAft>
                <a:buChar char="•"/>
              </a:pPr>
              <a:r>
                <a:rPr lang="en-US" sz="1200" kern="1200"/>
                <a:t>Social networks build audiences and drive conversations for major media brands. 60% of respondents use social media to discover new platforms.</a:t>
              </a:r>
            </a:p>
            <a:p>
              <a:pPr lvl="1" algn="l" defTabSz="533400">
                <a:lnSpc>
                  <a:spcPct val="90000"/>
                </a:lnSpc>
                <a:spcBef>
                  <a:spcPct val="0"/>
                </a:spcBef>
                <a:spcAft>
                  <a:spcPct val="20000"/>
                </a:spcAft>
              </a:pPr>
              <a:endParaRPr lang="en-US" sz="1200" kern="1200"/>
            </a:p>
            <a:p>
              <a:pPr marL="114300" lvl="1" indent="-114300" algn="l" defTabSz="533400">
                <a:lnSpc>
                  <a:spcPct val="90000"/>
                </a:lnSpc>
                <a:spcBef>
                  <a:spcPct val="0"/>
                </a:spcBef>
                <a:spcAft>
                  <a:spcPct val="20000"/>
                </a:spcAft>
                <a:buChar char="•"/>
              </a:pPr>
              <a:r>
                <a:rPr lang="en-US" sz="1200" kern="1200"/>
                <a:t>Our company could invest in developing an interactive and positive social media presence across Instagram, Facebook, and Twitter which would also help in the testing of what type of offers and content would resonate with the audience.</a:t>
              </a:r>
            </a:p>
          </p:txBody>
        </p:sp>
      </p:grpSp>
      <p:grpSp>
        <p:nvGrpSpPr>
          <p:cNvPr id="23" name="Group 22">
            <a:extLst>
              <a:ext uri="{FF2B5EF4-FFF2-40B4-BE49-F238E27FC236}">
                <a16:creationId xmlns:a16="http://schemas.microsoft.com/office/drawing/2014/main" id="{7A9E7248-518E-18F2-E7F1-C01E6C397440}"/>
              </a:ext>
            </a:extLst>
          </p:cNvPr>
          <p:cNvGrpSpPr/>
          <p:nvPr/>
        </p:nvGrpSpPr>
        <p:grpSpPr>
          <a:xfrm>
            <a:off x="62697" y="3197614"/>
            <a:ext cx="4691517" cy="670466"/>
            <a:chOff x="0" y="1564888"/>
            <a:chExt cx="4653475" cy="823680"/>
          </a:xfrm>
        </p:grpSpPr>
        <p:sp>
          <p:nvSpPr>
            <p:cNvPr id="24" name="Rectangle: Rounded Corners 23">
              <a:extLst>
                <a:ext uri="{FF2B5EF4-FFF2-40B4-BE49-F238E27FC236}">
                  <a16:creationId xmlns:a16="http://schemas.microsoft.com/office/drawing/2014/main" id="{66926C55-4815-8A12-F4A6-9D276893CFBC}"/>
                </a:ext>
              </a:extLst>
            </p:cNvPr>
            <p:cNvSpPr/>
            <p:nvPr/>
          </p:nvSpPr>
          <p:spPr>
            <a:xfrm>
              <a:off x="0" y="1564888"/>
              <a:ext cx="4653475" cy="823680"/>
            </a:xfrm>
            <a:prstGeom prst="roundRect">
              <a:avLst/>
            </a:prstGeom>
            <a:solidFill>
              <a:srgbClr val="00C78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5" name="Rectangle: Rounded Corners 4">
              <a:extLst>
                <a:ext uri="{FF2B5EF4-FFF2-40B4-BE49-F238E27FC236}">
                  <a16:creationId xmlns:a16="http://schemas.microsoft.com/office/drawing/2014/main" id="{5795740A-C047-D7CD-8571-C1B7D727E4B2}"/>
                </a:ext>
              </a:extLst>
            </p:cNvPr>
            <p:cNvSpPr txBox="1"/>
            <p:nvPr/>
          </p:nvSpPr>
          <p:spPr>
            <a:xfrm>
              <a:off x="40211" y="1605096"/>
              <a:ext cx="4573057" cy="7432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Categories like kids and sports</a:t>
              </a:r>
            </a:p>
          </p:txBody>
        </p:sp>
      </p:grpSp>
      <p:grpSp>
        <p:nvGrpSpPr>
          <p:cNvPr id="27" name="Group 26">
            <a:extLst>
              <a:ext uri="{FF2B5EF4-FFF2-40B4-BE49-F238E27FC236}">
                <a16:creationId xmlns:a16="http://schemas.microsoft.com/office/drawing/2014/main" id="{44F01D7B-89E7-CE80-B10A-F77A04A8748A}"/>
              </a:ext>
            </a:extLst>
          </p:cNvPr>
          <p:cNvGrpSpPr/>
          <p:nvPr/>
        </p:nvGrpSpPr>
        <p:grpSpPr>
          <a:xfrm>
            <a:off x="100479" y="3863104"/>
            <a:ext cx="4660853" cy="1263925"/>
            <a:chOff x="-57631" y="2315551"/>
            <a:chExt cx="4711106" cy="801657"/>
          </a:xfrm>
        </p:grpSpPr>
        <p:sp>
          <p:nvSpPr>
            <p:cNvPr id="28" name="Rectangle 27">
              <a:extLst>
                <a:ext uri="{FF2B5EF4-FFF2-40B4-BE49-F238E27FC236}">
                  <a16:creationId xmlns:a16="http://schemas.microsoft.com/office/drawing/2014/main" id="{38AA3E63-AB0A-3778-6645-99E557CF4D2E}"/>
                </a:ext>
              </a:extLst>
            </p:cNvPr>
            <p:cNvSpPr/>
            <p:nvPr/>
          </p:nvSpPr>
          <p:spPr>
            <a:xfrm>
              <a:off x="0" y="2388568"/>
              <a:ext cx="4653475" cy="728640"/>
            </a:xfrm>
            <a:prstGeom prst="rect">
              <a:avLst/>
            </a:prstGeom>
            <a:solidFill>
              <a:srgbClr val="D5FCAB"/>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sp>
        <p:sp>
          <p:nvSpPr>
            <p:cNvPr id="29" name="TextBox 28">
              <a:extLst>
                <a:ext uri="{FF2B5EF4-FFF2-40B4-BE49-F238E27FC236}">
                  <a16:creationId xmlns:a16="http://schemas.microsoft.com/office/drawing/2014/main" id="{2B5EAABC-9785-BE30-CA19-4F37E67A24A9}"/>
                </a:ext>
              </a:extLst>
            </p:cNvPr>
            <p:cNvSpPr txBox="1"/>
            <p:nvPr/>
          </p:nvSpPr>
          <p:spPr>
            <a:xfrm>
              <a:off x="-57631" y="2315551"/>
              <a:ext cx="4669520" cy="70675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47748" tIns="15240" rIns="85344" bIns="15240" numCol="1" spcCol="1270" anchor="t" anchorCtr="0">
              <a:noAutofit/>
            </a:bodyPr>
            <a:lstStyle/>
            <a:p>
              <a:pPr marL="114300" lvl="1" indent="-114300" algn="l" defTabSz="533400">
                <a:lnSpc>
                  <a:spcPct val="90000"/>
                </a:lnSpc>
                <a:spcBef>
                  <a:spcPct val="0"/>
                </a:spcBef>
                <a:spcAft>
                  <a:spcPct val="20000"/>
                </a:spcAft>
                <a:buChar char="•"/>
              </a:pPr>
              <a:r>
                <a:rPr lang="en-US" sz="1200" kern="1200"/>
                <a:t>One of the fastest growing audiences with almost 80m Netflix subscriptions watching kids-based content</a:t>
              </a:r>
            </a:p>
            <a:p>
              <a:pPr marL="114300" lvl="1" indent="-114300" algn="l" defTabSz="533400">
                <a:lnSpc>
                  <a:spcPct val="90000"/>
                </a:lnSpc>
                <a:spcBef>
                  <a:spcPct val="0"/>
                </a:spcBef>
                <a:spcAft>
                  <a:spcPct val="20000"/>
                </a:spcAft>
                <a:buChar char="•"/>
              </a:pPr>
              <a:r>
                <a:rPr lang="en-US" sz="1200" kern="1200"/>
                <a:t>Live sports is a key driver. E.g., Disney+Hotstar added 50m subscribers because of IPL</a:t>
              </a:r>
            </a:p>
            <a:p>
              <a:pPr marL="114300" lvl="1" indent="-114300" algn="l" defTabSz="533400">
                <a:lnSpc>
                  <a:spcPct val="90000"/>
                </a:lnSpc>
                <a:spcBef>
                  <a:spcPct val="0"/>
                </a:spcBef>
                <a:spcAft>
                  <a:spcPct val="20000"/>
                </a:spcAft>
                <a:buChar char="•"/>
              </a:pPr>
              <a:r>
                <a:rPr lang="en-US" sz="1200" kern="1200"/>
                <a:t>Adding kids and sports content would increase the premium conversions as people would be willing to pay for it</a:t>
              </a:r>
            </a:p>
          </p:txBody>
        </p:sp>
      </p:grpSp>
      <p:sp>
        <p:nvSpPr>
          <p:cNvPr id="62" name="Rectangle 61">
            <a:extLst>
              <a:ext uri="{FF2B5EF4-FFF2-40B4-BE49-F238E27FC236}">
                <a16:creationId xmlns:a16="http://schemas.microsoft.com/office/drawing/2014/main" id="{823BD1CE-B175-69CE-5F7E-BCC63DD2FEE2}"/>
              </a:ext>
            </a:extLst>
          </p:cNvPr>
          <p:cNvSpPr/>
          <p:nvPr/>
        </p:nvSpPr>
        <p:spPr>
          <a:xfrm>
            <a:off x="537765" y="1984"/>
            <a:ext cx="8620125" cy="611187"/>
          </a:xfrm>
          <a:prstGeom prst="rect">
            <a:avLst/>
          </a:prstGeom>
          <a:ln>
            <a:no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a:solidFill>
                  <a:schemeClr val="tx1"/>
                </a:solidFill>
                <a:ea typeface="+mn-lt"/>
                <a:cs typeface="+mn-lt"/>
              </a:rPr>
              <a:t>In order to increase its premium user base, X could have tie-ups with various data </a:t>
            </a:r>
            <a:endParaRPr lang="en-US" sz="1600">
              <a:solidFill>
                <a:schemeClr val="tx1"/>
              </a:solidFill>
              <a:ea typeface="+mn-lt"/>
              <a:cs typeface="+mn-lt"/>
            </a:endParaRPr>
          </a:p>
          <a:p>
            <a:r>
              <a:rPr lang="en-US" sz="1600" b="1">
                <a:solidFill>
                  <a:schemeClr val="tx1"/>
                </a:solidFill>
                <a:ea typeface="+mn-lt"/>
                <a:cs typeface="+mn-lt"/>
              </a:rPr>
              <a:t>Service platforms, offer sales and discounts as a part of their </a:t>
            </a:r>
            <a:r>
              <a:rPr lang="en-US" sz="1800" b="1">
                <a:solidFill>
                  <a:schemeClr val="tx1"/>
                </a:solidFill>
                <a:ea typeface="+mn-lt"/>
                <a:cs typeface="+mn-lt"/>
              </a:rPr>
              <a:t>Short-Term Strategy</a:t>
            </a:r>
            <a:endParaRPr lang="en-US" sz="1800">
              <a:solidFill>
                <a:schemeClr val="tx1"/>
              </a:solidFill>
              <a:ea typeface="+mn-lt"/>
              <a:cs typeface="+mn-lt"/>
            </a:endParaRPr>
          </a:p>
          <a:p>
            <a:endParaRPr lang="en-US">
              <a:solidFill>
                <a:schemeClr val="tx1"/>
              </a:solidFill>
              <a:ea typeface="+mn-lt"/>
              <a:cs typeface="+mn-lt"/>
            </a:endParaRPr>
          </a:p>
          <a:p>
            <a:endParaRPr lang="en-US">
              <a:solidFill>
                <a:schemeClr val="tx1"/>
              </a:solidFil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5"/>
          <p:cNvSpPr txBox="1">
            <a:spLocks noGrp="1"/>
          </p:cNvSpPr>
          <p:nvPr>
            <p:ph type="body" idx="1"/>
          </p:nvPr>
        </p:nvSpPr>
        <p:spPr>
          <a:xfrm>
            <a:off x="22073" y="4972583"/>
            <a:ext cx="3872100" cy="154800"/>
          </a:xfrm>
          <a:prstGeom prst="rect">
            <a:avLst/>
          </a:prstGeom>
        </p:spPr>
        <p:txBody>
          <a:bodyPr spcFirstLastPara="1" wrap="square" lIns="91425" tIns="45700" rIns="91425" bIns="45700" anchor="t" anchorCtr="0">
            <a:normAutofit fontScale="25000" lnSpcReduction="20000"/>
          </a:bodyPr>
          <a:lstStyle/>
          <a:p>
            <a:pPr marL="0" lvl="0" indent="0" algn="l" rtl="0">
              <a:spcBef>
                <a:spcPts val="750"/>
              </a:spcBef>
              <a:spcAft>
                <a:spcPts val="0"/>
              </a:spcAft>
              <a:buNone/>
            </a:pPr>
            <a:endParaRPr/>
          </a:p>
        </p:txBody>
      </p:sp>
      <p:pic>
        <p:nvPicPr>
          <p:cNvPr id="2" name="Picture 2" descr="Text&#10;&#10;Description automatically generated">
            <a:extLst>
              <a:ext uri="{FF2B5EF4-FFF2-40B4-BE49-F238E27FC236}">
                <a16:creationId xmlns:a16="http://schemas.microsoft.com/office/drawing/2014/main" id="{67F301F1-4342-FD6B-35FA-539D637E23AC}"/>
              </a:ext>
            </a:extLst>
          </p:cNvPr>
          <p:cNvPicPr>
            <a:picLocks noChangeAspect="1"/>
          </p:cNvPicPr>
          <p:nvPr/>
        </p:nvPicPr>
        <p:blipFill>
          <a:blip r:embed="rId3"/>
          <a:stretch>
            <a:fillRect/>
          </a:stretch>
        </p:blipFill>
        <p:spPr>
          <a:xfrm>
            <a:off x="852487" y="585787"/>
            <a:ext cx="7439025" cy="4162425"/>
          </a:xfrm>
          <a:prstGeom prst="rect">
            <a:avLst/>
          </a:prstGeom>
        </p:spPr>
      </p:pic>
      <p:sp>
        <p:nvSpPr>
          <p:cNvPr id="3" name="Rectangle 2">
            <a:extLst>
              <a:ext uri="{FF2B5EF4-FFF2-40B4-BE49-F238E27FC236}">
                <a16:creationId xmlns:a16="http://schemas.microsoft.com/office/drawing/2014/main" id="{F498BC77-9F89-0A36-13D4-3E9676D69E83}"/>
              </a:ext>
            </a:extLst>
          </p:cNvPr>
          <p:cNvSpPr/>
          <p:nvPr/>
        </p:nvSpPr>
        <p:spPr>
          <a:xfrm>
            <a:off x="726281" y="47625"/>
            <a:ext cx="8334375" cy="595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a:solidFill>
                  <a:schemeClr val="tx1"/>
                </a:solidFill>
                <a:ea typeface="+mn-lt"/>
                <a:cs typeface="+mn-lt"/>
              </a:rPr>
              <a:t>Loyalty programs, in house content, features and technologies, regional content and tiered pricing system could be used to achieve long term growth.</a:t>
            </a:r>
            <a:endParaRPr lang="en-US" sz="1600">
              <a:solidFill>
                <a:schemeClr val="tx1"/>
              </a:solidFil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6"/>
          <p:cNvSpPr txBox="1">
            <a:spLocks noGrp="1"/>
          </p:cNvSpPr>
          <p:nvPr>
            <p:ph type="title"/>
          </p:nvPr>
        </p:nvSpPr>
        <p:spPr>
          <a:xfrm>
            <a:off x="640900" y="67050"/>
            <a:ext cx="8434900" cy="749100"/>
          </a:xfrm>
          <a:prstGeom prst="rect">
            <a:avLst/>
          </a:prstGeom>
          <a:noFill/>
          <a:ln w="9525" cap="flat" cmpd="sng">
            <a:noFill/>
            <a:prstDash val="dash"/>
            <a:round/>
            <a:headEnd type="none" w="sm" len="sm"/>
            <a:tailEnd type="none" w="sm" len="sm"/>
          </a:ln>
        </p:spPr>
        <p:txBody>
          <a:bodyPr spcFirstLastPara="1" wrap="square" lIns="91425" tIns="45700" rIns="91425" bIns="45700" anchor="ctr" anchorCtr="0">
            <a:noAutofit/>
          </a:bodyPr>
          <a:lstStyle/>
          <a:p>
            <a:r>
              <a:rPr lang="en" sz="1600">
                <a:latin typeface="Arial"/>
                <a:ea typeface="Arial Black"/>
                <a:cs typeface="Arial Black"/>
                <a:sym typeface="Arial Black"/>
              </a:rPr>
              <a:t>Adoption of a 4-layer subscription plan and doing the pricing after giving discount should be the Long-term pricing strategy company-X should follow for customer retention </a:t>
            </a:r>
            <a:endParaRPr lang="en-US" sz="1600">
              <a:latin typeface="Arial"/>
              <a:ea typeface="Arial Black"/>
              <a:cs typeface="Arial Black"/>
            </a:endParaRPr>
          </a:p>
        </p:txBody>
      </p:sp>
      <p:sp>
        <p:nvSpPr>
          <p:cNvPr id="342" name="Google Shape;342;p46"/>
          <p:cNvSpPr txBox="1">
            <a:spLocks noGrp="1"/>
          </p:cNvSpPr>
          <p:nvPr>
            <p:ph type="body" idx="1"/>
          </p:nvPr>
        </p:nvSpPr>
        <p:spPr>
          <a:xfrm>
            <a:off x="22073" y="4972583"/>
            <a:ext cx="3872100" cy="154800"/>
          </a:xfrm>
          <a:prstGeom prst="rect">
            <a:avLst/>
          </a:prstGeom>
        </p:spPr>
        <p:txBody>
          <a:bodyPr spcFirstLastPara="1" wrap="square" lIns="91425" tIns="45700" rIns="91425" bIns="45700" anchor="t" anchorCtr="0">
            <a:normAutofit fontScale="25000" lnSpcReduction="20000"/>
          </a:bodyPr>
          <a:lstStyle/>
          <a:p>
            <a:pPr marL="0" lvl="0" indent="0" algn="l" rtl="0">
              <a:spcBef>
                <a:spcPts val="750"/>
              </a:spcBef>
              <a:spcAft>
                <a:spcPts val="0"/>
              </a:spcAft>
              <a:buNone/>
            </a:pPr>
            <a:endParaRPr/>
          </a:p>
        </p:txBody>
      </p:sp>
      <p:sp>
        <p:nvSpPr>
          <p:cNvPr id="343" name="Google Shape;343;p46"/>
          <p:cNvSpPr/>
          <p:nvPr/>
        </p:nvSpPr>
        <p:spPr>
          <a:xfrm>
            <a:off x="891950" y="1142400"/>
            <a:ext cx="1985700" cy="416100"/>
          </a:xfrm>
          <a:prstGeom prst="roundRect">
            <a:avLst>
              <a:gd name="adj" fmla="val 16667"/>
            </a:avLst>
          </a:prstGeom>
          <a:solidFill>
            <a:srgbClr val="D5FCAB"/>
          </a:solidFill>
          <a:ln w="9525" cap="flat" cmpd="sng">
            <a:no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Ad-supported Mobile plan @ 79/-</a:t>
            </a:r>
            <a:endParaRPr/>
          </a:p>
        </p:txBody>
      </p:sp>
      <p:sp>
        <p:nvSpPr>
          <p:cNvPr id="344" name="Google Shape;344;p46"/>
          <p:cNvSpPr/>
          <p:nvPr/>
        </p:nvSpPr>
        <p:spPr>
          <a:xfrm>
            <a:off x="755600" y="1995900"/>
            <a:ext cx="2263200" cy="416100"/>
          </a:xfrm>
          <a:prstGeom prst="roundRect">
            <a:avLst>
              <a:gd name="adj" fmla="val 16667"/>
            </a:avLst>
          </a:prstGeom>
          <a:solidFill>
            <a:srgbClr val="D5FCAB"/>
          </a:solidFill>
          <a:ln w="9525" cap="flat" cmpd="sng">
            <a:noFill/>
            <a:prstDash val="lgDash"/>
            <a:round/>
            <a:headEnd type="none" w="sm" len="sm"/>
            <a:tailEnd type="none" w="sm" len="sm"/>
          </a:ln>
        </p:spPr>
        <p:txBody>
          <a:bodyPr spcFirstLastPara="1" wrap="square" lIns="91425" tIns="91425" rIns="91425" bIns="91425" anchor="ctr" anchorCtr="0">
            <a:noAutofit/>
          </a:bodyPr>
          <a:lstStyle/>
          <a:p>
            <a:r>
              <a:rPr lang="en"/>
              <a:t>Ad-Free Basic Mobile +TV @99/-</a:t>
            </a:r>
            <a:endParaRPr/>
          </a:p>
        </p:txBody>
      </p:sp>
      <p:sp>
        <p:nvSpPr>
          <p:cNvPr id="345" name="Google Shape;345;p46"/>
          <p:cNvSpPr/>
          <p:nvPr/>
        </p:nvSpPr>
        <p:spPr>
          <a:xfrm>
            <a:off x="614000" y="2819062"/>
            <a:ext cx="2546400" cy="525000"/>
          </a:xfrm>
          <a:prstGeom prst="roundRect">
            <a:avLst>
              <a:gd name="adj" fmla="val 16667"/>
            </a:avLst>
          </a:prstGeom>
          <a:solidFill>
            <a:srgbClr val="D5FCAB"/>
          </a:solidFill>
          <a:ln w="9525" cap="flat" cmpd="sng">
            <a:no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Ad-free Standard @149/-</a:t>
            </a:r>
            <a:endParaRPr/>
          </a:p>
        </p:txBody>
      </p:sp>
      <p:sp>
        <p:nvSpPr>
          <p:cNvPr id="346" name="Google Shape;346;p46"/>
          <p:cNvSpPr/>
          <p:nvPr/>
        </p:nvSpPr>
        <p:spPr>
          <a:xfrm>
            <a:off x="1777700" y="1557087"/>
            <a:ext cx="214200" cy="4161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6"/>
          <p:cNvSpPr/>
          <p:nvPr/>
        </p:nvSpPr>
        <p:spPr>
          <a:xfrm>
            <a:off x="1777700" y="2404050"/>
            <a:ext cx="214200" cy="4161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6"/>
          <p:cNvSpPr/>
          <p:nvPr/>
        </p:nvSpPr>
        <p:spPr>
          <a:xfrm>
            <a:off x="1777700" y="3365812"/>
            <a:ext cx="214200" cy="4161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6"/>
          <p:cNvSpPr/>
          <p:nvPr/>
        </p:nvSpPr>
        <p:spPr>
          <a:xfrm>
            <a:off x="162050" y="3779874"/>
            <a:ext cx="3441600" cy="519600"/>
          </a:xfrm>
          <a:prstGeom prst="roundRect">
            <a:avLst>
              <a:gd name="adj" fmla="val 16667"/>
            </a:avLst>
          </a:prstGeom>
          <a:solidFill>
            <a:srgbClr val="D5FCAB"/>
          </a:solidFill>
          <a:ln w="9525" cap="flat" cmpd="sng">
            <a:no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Ad-free Premium (all device access) @199/-</a:t>
            </a:r>
            <a:endParaRPr/>
          </a:p>
        </p:txBody>
      </p:sp>
      <p:sp>
        <p:nvSpPr>
          <p:cNvPr id="350" name="Google Shape;350;p46"/>
          <p:cNvSpPr txBox="1"/>
          <p:nvPr/>
        </p:nvSpPr>
        <p:spPr>
          <a:xfrm>
            <a:off x="4293475" y="848226"/>
            <a:ext cx="4607700" cy="337200"/>
          </a:xfrm>
          <a:prstGeom prst="rect">
            <a:avLst/>
          </a:prstGeom>
          <a:solidFill>
            <a:srgbClr val="D5FCAB"/>
          </a:solidFill>
          <a:ln w="9525" cap="flat" cmpd="sng">
            <a:noFill/>
            <a:prstDash val="dash"/>
            <a:round/>
            <a:headEnd type="none" w="sm" len="sm"/>
            <a:tailEnd type="none" w="sm" len="sm"/>
          </a:ln>
        </p:spPr>
        <p:txBody>
          <a:bodyPr spcFirstLastPara="1" wrap="square" lIns="91425" tIns="91425" rIns="91425" bIns="91425" anchor="t" anchorCtr="0">
            <a:spAutoFit/>
          </a:bodyPr>
          <a:lstStyle/>
          <a:p>
            <a:pPr marL="457200" lvl="0" indent="-298450" algn="l" rtl="0">
              <a:lnSpc>
                <a:spcPct val="90000"/>
              </a:lnSpc>
              <a:spcBef>
                <a:spcPts val="750"/>
              </a:spcBef>
              <a:spcAft>
                <a:spcPts val="0"/>
              </a:spcAft>
              <a:buClr>
                <a:schemeClr val="dk1"/>
              </a:buClr>
              <a:buSzPts val="1100"/>
              <a:buFont typeface="Calibri"/>
              <a:buChar char="●"/>
            </a:pPr>
            <a:r>
              <a:rPr lang="en" sz="1100" b="1">
                <a:solidFill>
                  <a:schemeClr val="dk1"/>
                </a:solidFill>
                <a:latin typeface="Calibri"/>
                <a:ea typeface="Calibri"/>
                <a:cs typeface="Calibri"/>
                <a:sym typeface="Calibri"/>
              </a:rPr>
              <a:t>Company X must adopt a 4 layer subscription plan. </a:t>
            </a:r>
            <a:endParaRPr sz="1100">
              <a:latin typeface="Calibri"/>
              <a:ea typeface="Calibri"/>
              <a:cs typeface="Calibri"/>
              <a:sym typeface="Calibri"/>
            </a:endParaRPr>
          </a:p>
        </p:txBody>
      </p:sp>
      <p:sp>
        <p:nvSpPr>
          <p:cNvPr id="351" name="Google Shape;351;p46"/>
          <p:cNvSpPr txBox="1"/>
          <p:nvPr/>
        </p:nvSpPr>
        <p:spPr>
          <a:xfrm>
            <a:off x="4293475" y="1287001"/>
            <a:ext cx="4607700" cy="692700"/>
          </a:xfrm>
          <a:prstGeom prst="rect">
            <a:avLst/>
          </a:prstGeom>
          <a:solidFill>
            <a:srgbClr val="D5FCAB"/>
          </a:solidFill>
          <a:ln w="9525" cap="flat" cmpd="sng">
            <a:noFill/>
            <a:prstDash val="dash"/>
            <a:round/>
            <a:headEnd type="none" w="sm" len="sm"/>
            <a:tailEnd type="none" w="sm" len="sm"/>
          </a:ln>
        </p:spPr>
        <p:txBody>
          <a:bodyPr spcFirstLastPara="1" wrap="square" lIns="91425" tIns="91425" rIns="91425" bIns="91425" anchor="t" anchorCtr="0">
            <a:spAutoFit/>
          </a:bodyPr>
          <a:lstStyle/>
          <a:p>
            <a:pPr marL="457200" lvl="0" indent="-298450" algn="l" rtl="0">
              <a:spcBef>
                <a:spcPts val="0"/>
              </a:spcBef>
              <a:spcAft>
                <a:spcPts val="0"/>
              </a:spcAft>
              <a:buSzPts val="1100"/>
              <a:buFont typeface="Calibri"/>
              <a:buChar char="●"/>
            </a:pPr>
            <a:r>
              <a:rPr lang="en" sz="1100" b="1">
                <a:latin typeface="Calibri"/>
                <a:ea typeface="Calibri"/>
                <a:cs typeface="Calibri"/>
                <a:sym typeface="Calibri"/>
              </a:rPr>
              <a:t>The pricing of X should be done after giving a certain amount of discount for audience to assume that the prices have actually gone down.</a:t>
            </a:r>
            <a:endParaRPr sz="1100" b="1">
              <a:latin typeface="Calibri"/>
              <a:ea typeface="Calibri"/>
              <a:cs typeface="Calibri"/>
              <a:sym typeface="Calibri"/>
            </a:endParaRPr>
          </a:p>
        </p:txBody>
      </p:sp>
      <p:pic>
        <p:nvPicPr>
          <p:cNvPr id="352" name="Google Shape;352;p46"/>
          <p:cNvPicPr preferRelativeResize="0"/>
          <p:nvPr/>
        </p:nvPicPr>
        <p:blipFill rotWithShape="1">
          <a:blip r:embed="rId3">
            <a:alphaModFix/>
          </a:blip>
          <a:srcRect l="7918" b="5499"/>
          <a:stretch/>
        </p:blipFill>
        <p:spPr>
          <a:xfrm>
            <a:off x="4293475" y="2017788"/>
            <a:ext cx="4607699" cy="287768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37A3A3A-C780-671C-9C98-555B86F30BF7}"/>
              </a:ext>
            </a:extLst>
          </p:cNvPr>
          <p:cNvSpPr/>
          <p:nvPr/>
        </p:nvSpPr>
        <p:spPr>
          <a:xfrm>
            <a:off x="1836533" y="1130225"/>
            <a:ext cx="5639167" cy="2080939"/>
          </a:xfrm>
          <a:prstGeom prst="roundRect">
            <a:avLst/>
          </a:prstGeom>
          <a:solidFill>
            <a:srgbClr val="00C782"/>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0" b="1">
                <a:solidFill>
                  <a:schemeClr val="tx1"/>
                </a:solidFill>
                <a:latin typeface="Times New Roman"/>
                <a:ea typeface="Roboto"/>
                <a:cs typeface="Arial"/>
              </a:rPr>
              <a:t>THANK YOU</a:t>
            </a:r>
          </a:p>
        </p:txBody>
      </p:sp>
      <p:sp>
        <p:nvSpPr>
          <p:cNvPr id="3" name="TextBox 2">
            <a:extLst>
              <a:ext uri="{FF2B5EF4-FFF2-40B4-BE49-F238E27FC236}">
                <a16:creationId xmlns:a16="http://schemas.microsoft.com/office/drawing/2014/main" id="{19805B15-582F-C4D6-FA18-00983EDE9504}"/>
              </a:ext>
            </a:extLst>
          </p:cNvPr>
          <p:cNvSpPr txBox="1"/>
          <p:nvPr/>
        </p:nvSpPr>
        <p:spPr>
          <a:xfrm>
            <a:off x="10044545" y="162357"/>
            <a:ext cx="12880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sz="2800" b="1"/>
          </a:p>
        </p:txBody>
      </p:sp>
    </p:spTree>
    <p:extLst>
      <p:ext uri="{BB962C8B-B14F-4D97-AF65-F5344CB8AC3E}">
        <p14:creationId xmlns:p14="http://schemas.microsoft.com/office/powerpoint/2010/main" val="517597677"/>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219C8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    Business Baazigar Round 2</vt:lpstr>
      <vt:lpstr>Executive Summary </vt:lpstr>
      <vt:lpstr>PowerPoint Presentation</vt:lpstr>
      <vt:lpstr>As per Media Partners Asia estimates, the online video content investment in India stood at $1.3 billion in 2022 and is projected to increase to $4.2 billion by 2027. </vt:lpstr>
      <vt:lpstr>X has a single premium subscription plan priced at Rs 150 per month, in stark contrast to other OTT platforms that have a tiered pricing model.</vt:lpstr>
      <vt:lpstr>PowerPoint Presentation</vt:lpstr>
      <vt:lpstr>PowerPoint Presentation</vt:lpstr>
      <vt:lpstr>Adoption of a 4-layer subscription plan and doing the pricing after giving discount should be the Long-term pricing strategy company-X should follow for customer retention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Business Baazigar Round 2</dc:title>
  <cp:revision>2</cp:revision>
  <dcterms:modified xsi:type="dcterms:W3CDTF">2023-01-22T16:03:27Z</dcterms:modified>
</cp:coreProperties>
</file>